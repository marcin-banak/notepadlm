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4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400422-E10E-7001-97D2-5B578299EB1E}" v="66" dt="2026-02-06T00:24:33.8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648" y="4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16C909-A642-433A-8C55-5719104DD44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C1638C4-8209-45EA-8A62-96E512C3C085}">
      <dgm:prSet/>
      <dgm:spPr/>
      <dgm:t>
        <a:bodyPr/>
        <a:lstStyle/>
        <a:p>
          <a:r>
            <a:rPr lang="pl-PL"/>
            <a:t>Rosnąca liczba nieustrukturyzowanych notatek tekstowych</a:t>
          </a:r>
          <a:endParaRPr lang="en-US"/>
        </a:p>
      </dgm:t>
    </dgm:pt>
    <dgm:pt modelId="{C6DE252C-50F3-42D4-8C3E-86916E392279}" type="parTrans" cxnId="{94F3C9C1-84A3-4B57-B5C8-6D6C00AF47D5}">
      <dgm:prSet/>
      <dgm:spPr/>
      <dgm:t>
        <a:bodyPr/>
        <a:lstStyle/>
        <a:p>
          <a:endParaRPr lang="en-US"/>
        </a:p>
      </dgm:t>
    </dgm:pt>
    <dgm:pt modelId="{76742222-9057-4FAF-8B9F-69512C98B5FC}" type="sibTrans" cxnId="{94F3C9C1-84A3-4B57-B5C8-6D6C00AF47D5}">
      <dgm:prSet/>
      <dgm:spPr/>
      <dgm:t>
        <a:bodyPr/>
        <a:lstStyle/>
        <a:p>
          <a:endParaRPr lang="en-US"/>
        </a:p>
      </dgm:t>
    </dgm:pt>
    <dgm:pt modelId="{9D0E2FE1-5A9A-46D7-B7F8-B9ED53320086}">
      <dgm:prSet/>
      <dgm:spPr/>
      <dgm:t>
        <a:bodyPr/>
        <a:lstStyle/>
        <a:p>
          <a:r>
            <a:rPr lang="pl-PL"/>
            <a:t>Ręczna organizacja (foldery, tagi) jest kosztowna poznawczo</a:t>
          </a:r>
          <a:endParaRPr lang="en-US"/>
        </a:p>
      </dgm:t>
    </dgm:pt>
    <dgm:pt modelId="{5767B980-2C73-4BDF-897C-E77AD4A6F977}" type="parTrans" cxnId="{AE854B9D-2C90-4777-BA8F-D0CF4B6073AB}">
      <dgm:prSet/>
      <dgm:spPr/>
      <dgm:t>
        <a:bodyPr/>
        <a:lstStyle/>
        <a:p>
          <a:endParaRPr lang="en-US"/>
        </a:p>
      </dgm:t>
    </dgm:pt>
    <dgm:pt modelId="{1403BB34-4876-4DCA-921E-D1DE2ADB4D22}" type="sibTrans" cxnId="{AE854B9D-2C90-4777-BA8F-D0CF4B6073AB}">
      <dgm:prSet/>
      <dgm:spPr/>
      <dgm:t>
        <a:bodyPr/>
        <a:lstStyle/>
        <a:p>
          <a:endParaRPr lang="en-US"/>
        </a:p>
      </dgm:t>
    </dgm:pt>
    <dgm:pt modelId="{5580A299-79AE-4611-81DF-F4AF7B8C2778}">
      <dgm:prSet/>
      <dgm:spPr/>
      <dgm:t>
        <a:bodyPr/>
        <a:lstStyle/>
        <a:p>
          <a:r>
            <a:rPr lang="pl-PL"/>
            <a:t>Klasyczne wyszukiwanie = dopasowanie słów kluczowych</a:t>
          </a:r>
          <a:endParaRPr lang="en-US"/>
        </a:p>
      </dgm:t>
    </dgm:pt>
    <dgm:pt modelId="{37CDE8FB-E8A4-4CDF-9BA8-CFD601DAC6B5}" type="parTrans" cxnId="{59433D6F-4AFC-4588-8A1E-4EDA156D4ECD}">
      <dgm:prSet/>
      <dgm:spPr/>
      <dgm:t>
        <a:bodyPr/>
        <a:lstStyle/>
        <a:p>
          <a:endParaRPr lang="en-US"/>
        </a:p>
      </dgm:t>
    </dgm:pt>
    <dgm:pt modelId="{B4AF301F-0DD6-46B0-9C68-C40C7D067432}" type="sibTrans" cxnId="{59433D6F-4AFC-4588-8A1E-4EDA156D4ECD}">
      <dgm:prSet/>
      <dgm:spPr/>
      <dgm:t>
        <a:bodyPr/>
        <a:lstStyle/>
        <a:p>
          <a:endParaRPr lang="en-US"/>
        </a:p>
      </dgm:t>
    </dgm:pt>
    <dgm:pt modelId="{CBC46CC4-2F91-4374-BFE5-F431574FB650}">
      <dgm:prSet/>
      <dgm:spPr/>
      <dgm:t>
        <a:bodyPr/>
        <a:lstStyle/>
        <a:p>
          <a:r>
            <a:rPr lang="pl-PL"/>
            <a:t>Brak systemów, które automatycznie organizują wiedzę użytkownika</a:t>
          </a:r>
          <a:endParaRPr lang="en-US"/>
        </a:p>
      </dgm:t>
    </dgm:pt>
    <dgm:pt modelId="{CE9E4698-E493-4511-AD45-0AB87F9CAB29}" type="parTrans" cxnId="{8AF91D41-CA66-4F74-83C8-F059AEF43648}">
      <dgm:prSet/>
      <dgm:spPr/>
      <dgm:t>
        <a:bodyPr/>
        <a:lstStyle/>
        <a:p>
          <a:endParaRPr lang="en-US"/>
        </a:p>
      </dgm:t>
    </dgm:pt>
    <dgm:pt modelId="{7445CDDE-17DE-4E9F-AFDC-B232BA92B521}" type="sibTrans" cxnId="{8AF91D41-CA66-4F74-83C8-F059AEF43648}">
      <dgm:prSet/>
      <dgm:spPr/>
      <dgm:t>
        <a:bodyPr/>
        <a:lstStyle/>
        <a:p>
          <a:endParaRPr lang="en-US"/>
        </a:p>
      </dgm:t>
    </dgm:pt>
    <dgm:pt modelId="{B1D2479A-8D37-464D-A8FE-1ED768ED58DB}" type="pres">
      <dgm:prSet presAssocID="{5016C909-A642-433A-8C55-5719104DD44D}" presName="linear" presStyleCnt="0">
        <dgm:presLayoutVars>
          <dgm:animLvl val="lvl"/>
          <dgm:resizeHandles val="exact"/>
        </dgm:presLayoutVars>
      </dgm:prSet>
      <dgm:spPr/>
    </dgm:pt>
    <dgm:pt modelId="{F030E757-28DB-4A88-8F51-7B6E2E9A0B3C}" type="pres">
      <dgm:prSet presAssocID="{FC1638C4-8209-45EA-8A62-96E512C3C08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BE493F5-C804-4C82-AD2A-A2136D0F1A00}" type="pres">
      <dgm:prSet presAssocID="{76742222-9057-4FAF-8B9F-69512C98B5FC}" presName="spacer" presStyleCnt="0"/>
      <dgm:spPr/>
    </dgm:pt>
    <dgm:pt modelId="{DC12AA87-C32F-49A7-BFEA-420072105C30}" type="pres">
      <dgm:prSet presAssocID="{9D0E2FE1-5A9A-46D7-B7F8-B9ED5332008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D78CA74-C86A-4F0B-9749-54C96095450E}" type="pres">
      <dgm:prSet presAssocID="{1403BB34-4876-4DCA-921E-D1DE2ADB4D22}" presName="spacer" presStyleCnt="0"/>
      <dgm:spPr/>
    </dgm:pt>
    <dgm:pt modelId="{576A8597-CB5D-4E85-9299-AFB40640BC6F}" type="pres">
      <dgm:prSet presAssocID="{5580A299-79AE-4611-81DF-F4AF7B8C277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B49F41B-3691-4116-ADBF-37071EA0BD0E}" type="pres">
      <dgm:prSet presAssocID="{B4AF301F-0DD6-46B0-9C68-C40C7D067432}" presName="spacer" presStyleCnt="0"/>
      <dgm:spPr/>
    </dgm:pt>
    <dgm:pt modelId="{6F18E99C-FFAC-4ACF-B18B-8A23D78DA249}" type="pres">
      <dgm:prSet presAssocID="{CBC46CC4-2F91-4374-BFE5-F431574FB65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D6F7824-5C04-4DCC-9BF5-A9417299457B}" type="presOf" srcId="{5016C909-A642-433A-8C55-5719104DD44D}" destId="{B1D2479A-8D37-464D-A8FE-1ED768ED58DB}" srcOrd="0" destOrd="0" presId="urn:microsoft.com/office/officeart/2005/8/layout/vList2"/>
    <dgm:cxn modelId="{7871ED2D-09F0-4A29-8816-B97A66536605}" type="presOf" srcId="{FC1638C4-8209-45EA-8A62-96E512C3C085}" destId="{F030E757-28DB-4A88-8F51-7B6E2E9A0B3C}" srcOrd="0" destOrd="0" presId="urn:microsoft.com/office/officeart/2005/8/layout/vList2"/>
    <dgm:cxn modelId="{8AF91D41-CA66-4F74-83C8-F059AEF43648}" srcId="{5016C909-A642-433A-8C55-5719104DD44D}" destId="{CBC46CC4-2F91-4374-BFE5-F431574FB650}" srcOrd="3" destOrd="0" parTransId="{CE9E4698-E493-4511-AD45-0AB87F9CAB29}" sibTransId="{7445CDDE-17DE-4E9F-AFDC-B232BA92B521}"/>
    <dgm:cxn modelId="{59433D6F-4AFC-4588-8A1E-4EDA156D4ECD}" srcId="{5016C909-A642-433A-8C55-5719104DD44D}" destId="{5580A299-79AE-4611-81DF-F4AF7B8C2778}" srcOrd="2" destOrd="0" parTransId="{37CDE8FB-E8A4-4CDF-9BA8-CFD601DAC6B5}" sibTransId="{B4AF301F-0DD6-46B0-9C68-C40C7D067432}"/>
    <dgm:cxn modelId="{D27D6E8F-A350-4160-8747-FC8988FBF8FF}" type="presOf" srcId="{5580A299-79AE-4611-81DF-F4AF7B8C2778}" destId="{576A8597-CB5D-4E85-9299-AFB40640BC6F}" srcOrd="0" destOrd="0" presId="urn:microsoft.com/office/officeart/2005/8/layout/vList2"/>
    <dgm:cxn modelId="{AE854B9D-2C90-4777-BA8F-D0CF4B6073AB}" srcId="{5016C909-A642-433A-8C55-5719104DD44D}" destId="{9D0E2FE1-5A9A-46D7-B7F8-B9ED53320086}" srcOrd="1" destOrd="0" parTransId="{5767B980-2C73-4BDF-897C-E77AD4A6F977}" sibTransId="{1403BB34-4876-4DCA-921E-D1DE2ADB4D22}"/>
    <dgm:cxn modelId="{94F3C9C1-84A3-4B57-B5C8-6D6C00AF47D5}" srcId="{5016C909-A642-433A-8C55-5719104DD44D}" destId="{FC1638C4-8209-45EA-8A62-96E512C3C085}" srcOrd="0" destOrd="0" parTransId="{C6DE252C-50F3-42D4-8C3E-86916E392279}" sibTransId="{76742222-9057-4FAF-8B9F-69512C98B5FC}"/>
    <dgm:cxn modelId="{554E59CF-A880-411D-AB0E-1BE75C810861}" type="presOf" srcId="{9D0E2FE1-5A9A-46D7-B7F8-B9ED53320086}" destId="{DC12AA87-C32F-49A7-BFEA-420072105C30}" srcOrd="0" destOrd="0" presId="urn:microsoft.com/office/officeart/2005/8/layout/vList2"/>
    <dgm:cxn modelId="{AA00DAF2-8E6A-4674-95CA-E9615D1270A4}" type="presOf" srcId="{CBC46CC4-2F91-4374-BFE5-F431574FB650}" destId="{6F18E99C-FFAC-4ACF-B18B-8A23D78DA249}" srcOrd="0" destOrd="0" presId="urn:microsoft.com/office/officeart/2005/8/layout/vList2"/>
    <dgm:cxn modelId="{8F118BBB-C3EE-4E58-A69A-30B6FA083C87}" type="presParOf" srcId="{B1D2479A-8D37-464D-A8FE-1ED768ED58DB}" destId="{F030E757-28DB-4A88-8F51-7B6E2E9A0B3C}" srcOrd="0" destOrd="0" presId="urn:microsoft.com/office/officeart/2005/8/layout/vList2"/>
    <dgm:cxn modelId="{1C884820-210F-467B-A171-45745F5551E9}" type="presParOf" srcId="{B1D2479A-8D37-464D-A8FE-1ED768ED58DB}" destId="{4BE493F5-C804-4C82-AD2A-A2136D0F1A00}" srcOrd="1" destOrd="0" presId="urn:microsoft.com/office/officeart/2005/8/layout/vList2"/>
    <dgm:cxn modelId="{081AEA50-936F-45D9-AE9D-4FF9A9849692}" type="presParOf" srcId="{B1D2479A-8D37-464D-A8FE-1ED768ED58DB}" destId="{DC12AA87-C32F-49A7-BFEA-420072105C30}" srcOrd="2" destOrd="0" presId="urn:microsoft.com/office/officeart/2005/8/layout/vList2"/>
    <dgm:cxn modelId="{8C2A0371-3FA3-4C96-84D9-4D7BF0FC40A0}" type="presParOf" srcId="{B1D2479A-8D37-464D-A8FE-1ED768ED58DB}" destId="{CD78CA74-C86A-4F0B-9749-54C96095450E}" srcOrd="3" destOrd="0" presId="urn:microsoft.com/office/officeart/2005/8/layout/vList2"/>
    <dgm:cxn modelId="{139953DE-93AB-4D33-815B-403EBFDB0A84}" type="presParOf" srcId="{B1D2479A-8D37-464D-A8FE-1ED768ED58DB}" destId="{576A8597-CB5D-4E85-9299-AFB40640BC6F}" srcOrd="4" destOrd="0" presId="urn:microsoft.com/office/officeart/2005/8/layout/vList2"/>
    <dgm:cxn modelId="{06671FEB-AF49-4912-A3CA-EAC57D4C9AC8}" type="presParOf" srcId="{B1D2479A-8D37-464D-A8FE-1ED768ED58DB}" destId="{EB49F41B-3691-4116-ADBF-37071EA0BD0E}" srcOrd="5" destOrd="0" presId="urn:microsoft.com/office/officeart/2005/8/layout/vList2"/>
    <dgm:cxn modelId="{78B059EF-DC69-463B-88FE-65C5FC403739}" type="presParOf" srcId="{B1D2479A-8D37-464D-A8FE-1ED768ED58DB}" destId="{6F18E99C-FFAC-4ACF-B18B-8A23D78DA24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E5FFAC-752B-4CB6-A912-8D4EE897140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pl-PL"/>
        </a:p>
      </dgm:t>
    </dgm:pt>
    <dgm:pt modelId="{1625B03E-236B-468A-8C89-542B863C3284}">
      <dgm:prSet phldrT="[Tekst]" phldr="0"/>
      <dgm:spPr/>
      <dgm:t>
        <a:bodyPr/>
        <a:lstStyle/>
        <a:p>
          <a:r>
            <a:rPr lang="pl-PL" sz="1400" err="1"/>
            <a:t>Backend</a:t>
          </a:r>
          <a:r>
            <a:rPr lang="pl-PL" sz="1400"/>
            <a:t> + </a:t>
          </a:r>
          <a:r>
            <a:rPr lang="pl-PL" sz="1400" err="1"/>
            <a:t>frontend</a:t>
          </a:r>
          <a:r>
            <a:rPr lang="pl-PL" sz="1400"/>
            <a:t> + integracja modeli ML</a:t>
          </a:r>
        </a:p>
      </dgm:t>
    </dgm:pt>
    <dgm:pt modelId="{B350BB84-BC80-44EF-88F6-093D2535A4A2}" type="parTrans" cxnId="{84B15179-5FDE-412E-ADD5-9AE426DEB229}">
      <dgm:prSet/>
      <dgm:spPr/>
      <dgm:t>
        <a:bodyPr/>
        <a:lstStyle/>
        <a:p>
          <a:endParaRPr lang="pl-PL"/>
        </a:p>
      </dgm:t>
    </dgm:pt>
    <dgm:pt modelId="{0ECBA221-E69C-4211-948E-D5F66CBA2755}" type="sibTrans" cxnId="{84B15179-5FDE-412E-ADD5-9AE426DEB229}">
      <dgm:prSet/>
      <dgm:spPr/>
      <dgm:t>
        <a:bodyPr/>
        <a:lstStyle/>
        <a:p>
          <a:endParaRPr lang="pl-PL"/>
        </a:p>
      </dgm:t>
    </dgm:pt>
    <dgm:pt modelId="{1F9CC589-5BAE-4810-8941-4E92BCACD6A7}">
      <dgm:prSet phldr="0"/>
      <dgm:spPr/>
      <dgm:t>
        <a:bodyPr/>
        <a:lstStyle/>
        <a:p>
          <a:pPr algn="l" rtl="0"/>
          <a:r>
            <a:rPr lang="pl-PL"/>
            <a:t>Cel:</a:t>
          </a:r>
          <a:endParaRPr lang="pl-PL">
            <a:latin typeface="Aptos Display" panose="020F0302020204030204"/>
          </a:endParaRPr>
        </a:p>
      </dgm:t>
    </dgm:pt>
    <dgm:pt modelId="{028EF615-6CBE-4F8F-BD83-9AE627D48E2B}" type="parTrans" cxnId="{F7DAAA7C-BF71-48C7-82A7-6C91C10B3FC7}">
      <dgm:prSet/>
      <dgm:spPr/>
      <dgm:t>
        <a:bodyPr/>
        <a:lstStyle/>
        <a:p>
          <a:endParaRPr lang="en-US"/>
        </a:p>
      </dgm:t>
    </dgm:pt>
    <dgm:pt modelId="{5C12F304-79A0-45BF-9DDC-EA8AA7873F57}" type="sibTrans" cxnId="{F7DAAA7C-BF71-48C7-82A7-6C91C10B3FC7}">
      <dgm:prSet/>
      <dgm:spPr/>
      <dgm:t>
        <a:bodyPr/>
        <a:lstStyle/>
        <a:p>
          <a:endParaRPr lang="en-US"/>
        </a:p>
      </dgm:t>
    </dgm:pt>
    <dgm:pt modelId="{F3036BEC-AC3D-4341-9D0D-2EBA2AF5D6A2}">
      <dgm:prSet phldr="0"/>
      <dgm:spPr/>
      <dgm:t>
        <a:bodyPr/>
        <a:lstStyle/>
        <a:p>
          <a:pPr algn="l"/>
          <a:r>
            <a:rPr lang="pl-PL" sz="1400"/>
            <a:t>Stworzenie systemu notatek wspieranego przez NLP i ML</a:t>
          </a:r>
        </a:p>
      </dgm:t>
    </dgm:pt>
    <dgm:pt modelId="{1B737FE4-0933-47CE-B7E9-AF3C06278BD2}" type="parTrans" cxnId="{88830BB9-A765-40EB-A932-8EBCF92F3F07}">
      <dgm:prSet/>
      <dgm:spPr/>
      <dgm:t>
        <a:bodyPr/>
        <a:lstStyle/>
        <a:p>
          <a:endParaRPr lang="en-US"/>
        </a:p>
      </dgm:t>
    </dgm:pt>
    <dgm:pt modelId="{3FB4085C-DEE4-40A6-83C4-39A9258CD9A3}" type="sibTrans" cxnId="{88830BB9-A765-40EB-A932-8EBCF92F3F07}">
      <dgm:prSet/>
      <dgm:spPr/>
      <dgm:t>
        <a:bodyPr/>
        <a:lstStyle/>
        <a:p>
          <a:endParaRPr lang="en-US"/>
        </a:p>
      </dgm:t>
    </dgm:pt>
    <dgm:pt modelId="{06AAD3FD-43F1-42CA-A7BA-DC613B745071}">
      <dgm:prSet phldr="0"/>
      <dgm:spPr/>
      <dgm:t>
        <a:bodyPr/>
        <a:lstStyle/>
        <a:p>
          <a:pPr algn="l"/>
          <a:r>
            <a:rPr lang="pl-PL"/>
            <a:t>Zakres:</a:t>
          </a:r>
        </a:p>
      </dgm:t>
    </dgm:pt>
    <dgm:pt modelId="{893B02CC-BAA8-4151-AE05-A35DBFEC2B1B}" type="parTrans" cxnId="{6B5E05F6-1E42-4183-8734-74DFE3D843DF}">
      <dgm:prSet/>
      <dgm:spPr/>
      <dgm:t>
        <a:bodyPr/>
        <a:lstStyle/>
        <a:p>
          <a:endParaRPr lang="en-US"/>
        </a:p>
      </dgm:t>
    </dgm:pt>
    <dgm:pt modelId="{3A8928BA-2B9D-44B9-BFEE-7549C2F9EFD6}" type="sibTrans" cxnId="{6B5E05F6-1E42-4183-8734-74DFE3D843DF}">
      <dgm:prSet/>
      <dgm:spPr/>
      <dgm:t>
        <a:bodyPr/>
        <a:lstStyle/>
        <a:p>
          <a:endParaRPr lang="en-US"/>
        </a:p>
      </dgm:t>
    </dgm:pt>
    <dgm:pt modelId="{D0F348A9-5883-44BC-8828-B047EE823B90}">
      <dgm:prSet phldr="0"/>
      <dgm:spPr/>
      <dgm:t>
        <a:bodyPr/>
        <a:lstStyle/>
        <a:p>
          <a:pPr algn="l"/>
          <a:r>
            <a:rPr lang="pl-PL" sz="1400"/>
            <a:t>Automatyczne grupowanie semantyczne notatek</a:t>
          </a:r>
        </a:p>
      </dgm:t>
    </dgm:pt>
    <dgm:pt modelId="{B312DAEB-20A8-40BE-B682-9FA1990E7B65}" type="parTrans" cxnId="{5FFCF99A-117C-436B-B402-A14AE1EA5169}">
      <dgm:prSet/>
      <dgm:spPr/>
      <dgm:t>
        <a:bodyPr/>
        <a:lstStyle/>
        <a:p>
          <a:endParaRPr lang="en-US"/>
        </a:p>
      </dgm:t>
    </dgm:pt>
    <dgm:pt modelId="{443F6EFB-9DC3-4BCA-BC64-02A4C93A2605}" type="sibTrans" cxnId="{5FFCF99A-117C-436B-B402-A14AE1EA5169}">
      <dgm:prSet/>
      <dgm:spPr/>
      <dgm:t>
        <a:bodyPr/>
        <a:lstStyle/>
        <a:p>
          <a:endParaRPr lang="en-US"/>
        </a:p>
      </dgm:t>
    </dgm:pt>
    <dgm:pt modelId="{3D5BCAED-2A21-4D88-941A-A72F8C8CD629}">
      <dgm:prSet phldr="0"/>
      <dgm:spPr/>
      <dgm:t>
        <a:bodyPr/>
        <a:lstStyle/>
        <a:p>
          <a:pPr algn="l"/>
          <a:r>
            <a:rPr lang="pl-PL" sz="1400"/>
            <a:t>Wyszukiwanie semantyczne</a:t>
          </a:r>
        </a:p>
      </dgm:t>
    </dgm:pt>
    <dgm:pt modelId="{375ABD5E-90E7-46EE-8A66-E658D8FA3480}" type="parTrans" cxnId="{597238B1-38AB-454F-BE14-C40F88F0F921}">
      <dgm:prSet/>
      <dgm:spPr/>
      <dgm:t>
        <a:bodyPr/>
        <a:lstStyle/>
        <a:p>
          <a:endParaRPr lang="en-US"/>
        </a:p>
      </dgm:t>
    </dgm:pt>
    <dgm:pt modelId="{F27A4164-624A-48E8-BE95-1D74157BB460}" type="sibTrans" cxnId="{597238B1-38AB-454F-BE14-C40F88F0F921}">
      <dgm:prSet/>
      <dgm:spPr/>
      <dgm:t>
        <a:bodyPr/>
        <a:lstStyle/>
        <a:p>
          <a:endParaRPr lang="en-US"/>
        </a:p>
      </dgm:t>
    </dgm:pt>
    <dgm:pt modelId="{88EF40E2-90FB-4E19-B14F-F0B6B894D734}">
      <dgm:prSet phldr="0"/>
      <dgm:spPr/>
      <dgm:t>
        <a:bodyPr/>
        <a:lstStyle/>
        <a:p>
          <a:pPr algn="l"/>
          <a:r>
            <a:rPr lang="pl-PL" sz="1400"/>
            <a:t>Generowanie odpowiedzi w architekturze RAG</a:t>
          </a:r>
        </a:p>
      </dgm:t>
    </dgm:pt>
    <dgm:pt modelId="{8BB83F14-AE2A-4686-B647-8C211DF80CC8}" type="parTrans" cxnId="{02637478-E041-46DA-AF0D-B88BED859FB6}">
      <dgm:prSet/>
      <dgm:spPr/>
      <dgm:t>
        <a:bodyPr/>
        <a:lstStyle/>
        <a:p>
          <a:endParaRPr lang="en-US"/>
        </a:p>
      </dgm:t>
    </dgm:pt>
    <dgm:pt modelId="{5A2888A6-3B31-4DDC-B402-C2D7B71E4222}" type="sibTrans" cxnId="{02637478-E041-46DA-AF0D-B88BED859FB6}">
      <dgm:prSet/>
      <dgm:spPr/>
      <dgm:t>
        <a:bodyPr/>
        <a:lstStyle/>
        <a:p>
          <a:endParaRPr lang="en-US"/>
        </a:p>
      </dgm:t>
    </dgm:pt>
    <dgm:pt modelId="{D1B1895A-9741-4075-A396-357C05F1C86A}" type="pres">
      <dgm:prSet presAssocID="{C2E5FFAC-752B-4CB6-A912-8D4EE8971406}" presName="linear" presStyleCnt="0">
        <dgm:presLayoutVars>
          <dgm:animLvl val="lvl"/>
          <dgm:resizeHandles val="exact"/>
        </dgm:presLayoutVars>
      </dgm:prSet>
      <dgm:spPr/>
    </dgm:pt>
    <dgm:pt modelId="{87D7890C-530E-400D-A493-A03A2E5C43FA}" type="pres">
      <dgm:prSet presAssocID="{1F9CC589-5BAE-4810-8941-4E92BCACD6A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DA1753E-F163-4771-9F86-9E928C2D0D0F}" type="pres">
      <dgm:prSet presAssocID="{1F9CC589-5BAE-4810-8941-4E92BCACD6A7}" presName="childText" presStyleLbl="revTx" presStyleIdx="0" presStyleCnt="2">
        <dgm:presLayoutVars>
          <dgm:bulletEnabled val="1"/>
        </dgm:presLayoutVars>
      </dgm:prSet>
      <dgm:spPr/>
    </dgm:pt>
    <dgm:pt modelId="{DB684065-D57C-4BF7-B624-266BF5924AD2}" type="pres">
      <dgm:prSet presAssocID="{06AAD3FD-43F1-42CA-A7BA-DC613B74507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B832D27-1D70-4EE6-A493-DF8A152DCE30}" type="pres">
      <dgm:prSet presAssocID="{06AAD3FD-43F1-42CA-A7BA-DC613B745071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FE61F80D-22FF-47A2-8215-958029A58157}" type="presOf" srcId="{1625B03E-236B-468A-8C89-542B863C3284}" destId="{5B832D27-1D70-4EE6-A493-DF8A152DCE30}" srcOrd="0" destOrd="3" presId="urn:microsoft.com/office/officeart/2005/8/layout/vList2"/>
    <dgm:cxn modelId="{7D270F5B-97D6-4361-8192-CF84E54BCE39}" type="presOf" srcId="{88EF40E2-90FB-4E19-B14F-F0B6B894D734}" destId="{5B832D27-1D70-4EE6-A493-DF8A152DCE30}" srcOrd="0" destOrd="2" presId="urn:microsoft.com/office/officeart/2005/8/layout/vList2"/>
    <dgm:cxn modelId="{02637478-E041-46DA-AF0D-B88BED859FB6}" srcId="{06AAD3FD-43F1-42CA-A7BA-DC613B745071}" destId="{88EF40E2-90FB-4E19-B14F-F0B6B894D734}" srcOrd="2" destOrd="0" parTransId="{8BB83F14-AE2A-4686-B647-8C211DF80CC8}" sibTransId="{5A2888A6-3B31-4DDC-B402-C2D7B71E4222}"/>
    <dgm:cxn modelId="{84B15179-5FDE-412E-ADD5-9AE426DEB229}" srcId="{06AAD3FD-43F1-42CA-A7BA-DC613B745071}" destId="{1625B03E-236B-468A-8C89-542B863C3284}" srcOrd="3" destOrd="0" parTransId="{B350BB84-BC80-44EF-88F6-093D2535A4A2}" sibTransId="{0ECBA221-E69C-4211-948E-D5F66CBA2755}"/>
    <dgm:cxn modelId="{F7DAAA7C-BF71-48C7-82A7-6C91C10B3FC7}" srcId="{C2E5FFAC-752B-4CB6-A912-8D4EE8971406}" destId="{1F9CC589-5BAE-4810-8941-4E92BCACD6A7}" srcOrd="0" destOrd="0" parTransId="{028EF615-6CBE-4F8F-BD83-9AE627D48E2B}" sibTransId="{5C12F304-79A0-45BF-9DDC-EA8AA7873F57}"/>
    <dgm:cxn modelId="{668BAB7F-F0AA-4E33-B2CD-40D935A54F06}" type="presOf" srcId="{D0F348A9-5883-44BC-8828-B047EE823B90}" destId="{5B832D27-1D70-4EE6-A493-DF8A152DCE30}" srcOrd="0" destOrd="0" presId="urn:microsoft.com/office/officeart/2005/8/layout/vList2"/>
    <dgm:cxn modelId="{5FFCF99A-117C-436B-B402-A14AE1EA5169}" srcId="{06AAD3FD-43F1-42CA-A7BA-DC613B745071}" destId="{D0F348A9-5883-44BC-8828-B047EE823B90}" srcOrd="0" destOrd="0" parTransId="{B312DAEB-20A8-40BE-B682-9FA1990E7B65}" sibTransId="{443F6EFB-9DC3-4BCA-BC64-02A4C93A2605}"/>
    <dgm:cxn modelId="{597238B1-38AB-454F-BE14-C40F88F0F921}" srcId="{06AAD3FD-43F1-42CA-A7BA-DC613B745071}" destId="{3D5BCAED-2A21-4D88-941A-A72F8C8CD629}" srcOrd="1" destOrd="0" parTransId="{375ABD5E-90E7-46EE-8A66-E658D8FA3480}" sibTransId="{F27A4164-624A-48E8-BE95-1D74157BB460}"/>
    <dgm:cxn modelId="{88830BB9-A765-40EB-A932-8EBCF92F3F07}" srcId="{1F9CC589-5BAE-4810-8941-4E92BCACD6A7}" destId="{F3036BEC-AC3D-4341-9D0D-2EBA2AF5D6A2}" srcOrd="0" destOrd="0" parTransId="{1B737FE4-0933-47CE-B7E9-AF3C06278BD2}" sibTransId="{3FB4085C-DEE4-40A6-83C4-39A9258CD9A3}"/>
    <dgm:cxn modelId="{8E676BDC-6825-45CF-BF81-1E4A657CE6CB}" type="presOf" srcId="{06AAD3FD-43F1-42CA-A7BA-DC613B745071}" destId="{DB684065-D57C-4BF7-B624-266BF5924AD2}" srcOrd="0" destOrd="0" presId="urn:microsoft.com/office/officeart/2005/8/layout/vList2"/>
    <dgm:cxn modelId="{530433E6-561A-4B63-A3C0-259AFEF8AAC5}" type="presOf" srcId="{1F9CC589-5BAE-4810-8941-4E92BCACD6A7}" destId="{87D7890C-530E-400D-A493-A03A2E5C43FA}" srcOrd="0" destOrd="0" presId="urn:microsoft.com/office/officeart/2005/8/layout/vList2"/>
    <dgm:cxn modelId="{613286E6-6502-432A-8EA1-8AF08FB5E23A}" type="presOf" srcId="{3D5BCAED-2A21-4D88-941A-A72F8C8CD629}" destId="{5B832D27-1D70-4EE6-A493-DF8A152DCE30}" srcOrd="0" destOrd="1" presId="urn:microsoft.com/office/officeart/2005/8/layout/vList2"/>
    <dgm:cxn modelId="{3702E6E8-3431-4D42-90C9-09348695903B}" type="presOf" srcId="{C2E5FFAC-752B-4CB6-A912-8D4EE8971406}" destId="{D1B1895A-9741-4075-A396-357C05F1C86A}" srcOrd="0" destOrd="0" presId="urn:microsoft.com/office/officeart/2005/8/layout/vList2"/>
    <dgm:cxn modelId="{397144EE-24A8-4CD1-802D-D61DC2D1A269}" type="presOf" srcId="{F3036BEC-AC3D-4341-9D0D-2EBA2AF5D6A2}" destId="{2DA1753E-F163-4771-9F86-9E928C2D0D0F}" srcOrd="0" destOrd="0" presId="urn:microsoft.com/office/officeart/2005/8/layout/vList2"/>
    <dgm:cxn modelId="{6B5E05F6-1E42-4183-8734-74DFE3D843DF}" srcId="{C2E5FFAC-752B-4CB6-A912-8D4EE8971406}" destId="{06AAD3FD-43F1-42CA-A7BA-DC613B745071}" srcOrd="1" destOrd="0" parTransId="{893B02CC-BAA8-4151-AE05-A35DBFEC2B1B}" sibTransId="{3A8928BA-2B9D-44B9-BFEE-7549C2F9EFD6}"/>
    <dgm:cxn modelId="{040B61B2-4C15-43A0-B9AD-C9626B26C2D6}" type="presParOf" srcId="{D1B1895A-9741-4075-A396-357C05F1C86A}" destId="{87D7890C-530E-400D-A493-A03A2E5C43FA}" srcOrd="0" destOrd="0" presId="urn:microsoft.com/office/officeart/2005/8/layout/vList2"/>
    <dgm:cxn modelId="{966F39EF-60C2-4B5C-B14F-3C57946928CA}" type="presParOf" srcId="{D1B1895A-9741-4075-A396-357C05F1C86A}" destId="{2DA1753E-F163-4771-9F86-9E928C2D0D0F}" srcOrd="1" destOrd="0" presId="urn:microsoft.com/office/officeart/2005/8/layout/vList2"/>
    <dgm:cxn modelId="{644BDC84-9B02-4E22-9270-8B04AC8BDF04}" type="presParOf" srcId="{D1B1895A-9741-4075-A396-357C05F1C86A}" destId="{DB684065-D57C-4BF7-B624-266BF5924AD2}" srcOrd="2" destOrd="0" presId="urn:microsoft.com/office/officeart/2005/8/layout/vList2"/>
    <dgm:cxn modelId="{DADC0FED-40B7-4B81-826E-8AB755389294}" type="presParOf" srcId="{D1B1895A-9741-4075-A396-357C05F1C86A}" destId="{5B832D27-1D70-4EE6-A493-DF8A152DCE30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0580D2-F7C4-49F2-886F-D68C06938837}" type="doc">
      <dgm:prSet loTypeId="urn:microsoft.com/office/officeart/2005/8/layout/hList7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81C50E4-5E96-4B12-956E-3E31DB4476DC}">
      <dgm:prSet/>
      <dgm:spPr/>
      <dgm:t>
        <a:bodyPr/>
        <a:lstStyle/>
        <a:p>
          <a:r>
            <a:rPr lang="en-US" b="1" dirty="0"/>
            <a:t>API:</a:t>
          </a:r>
          <a:r>
            <a:rPr lang="en-US" dirty="0"/>
            <a:t> </a:t>
          </a:r>
          <a:endParaRPr lang="pl-PL" dirty="0"/>
        </a:p>
        <a:p>
          <a:r>
            <a:rPr lang="pl-PL" dirty="0"/>
            <a:t>Obsługa żądań klienta</a:t>
          </a:r>
          <a:endParaRPr lang="en-US" dirty="0"/>
        </a:p>
      </dgm:t>
    </dgm:pt>
    <dgm:pt modelId="{AE1CB6EE-B667-41FA-B05C-08D6FAAA8155}" type="parTrans" cxnId="{7CF16949-C7AE-4899-A696-B6D3E2B24CAE}">
      <dgm:prSet/>
      <dgm:spPr/>
      <dgm:t>
        <a:bodyPr/>
        <a:lstStyle/>
        <a:p>
          <a:endParaRPr lang="en-US"/>
        </a:p>
      </dgm:t>
    </dgm:pt>
    <dgm:pt modelId="{92A6F2BA-3B88-4A02-892A-558F487A41CD}" type="sibTrans" cxnId="{7CF16949-C7AE-4899-A696-B6D3E2B24CAE}">
      <dgm:prSet/>
      <dgm:spPr/>
      <dgm:t>
        <a:bodyPr/>
        <a:lstStyle/>
        <a:p>
          <a:endParaRPr lang="en-US"/>
        </a:p>
      </dgm:t>
    </dgm:pt>
    <dgm:pt modelId="{DBEE01C5-5D8C-4C63-AEA3-8AC04D97CBF7}">
      <dgm:prSet/>
      <dgm:spPr/>
      <dgm:t>
        <a:bodyPr/>
        <a:lstStyle/>
        <a:p>
          <a:r>
            <a:rPr lang="en-US" b="1" dirty="0" err="1"/>
            <a:t>Warstwa</a:t>
          </a:r>
          <a:r>
            <a:rPr lang="en-US" b="1" dirty="0"/>
            <a:t> </a:t>
          </a:r>
          <a:r>
            <a:rPr lang="en-US" b="1" dirty="0" err="1"/>
            <a:t>aplikacyjna</a:t>
          </a:r>
          <a:r>
            <a:rPr lang="en-US" b="1" dirty="0"/>
            <a:t>:</a:t>
          </a:r>
          <a:endParaRPr lang="pl-PL" b="1" dirty="0"/>
        </a:p>
        <a:p>
          <a:r>
            <a:rPr lang="pl-PL" dirty="0"/>
            <a:t>Logika biznesowa i koordynacja przepływu danych</a:t>
          </a:r>
          <a:endParaRPr lang="en-US" dirty="0"/>
        </a:p>
      </dgm:t>
    </dgm:pt>
    <dgm:pt modelId="{79B0A4AF-F361-49DF-8BA4-E49753D31A8B}" type="parTrans" cxnId="{3D09F0D6-8FD3-40E5-B919-BDD9B0FE22AD}">
      <dgm:prSet/>
      <dgm:spPr/>
      <dgm:t>
        <a:bodyPr/>
        <a:lstStyle/>
        <a:p>
          <a:endParaRPr lang="en-US"/>
        </a:p>
      </dgm:t>
    </dgm:pt>
    <dgm:pt modelId="{EEE0C227-B82F-44B5-A948-7D6E863A9AD8}" type="sibTrans" cxnId="{3D09F0D6-8FD3-40E5-B919-BDD9B0FE22AD}">
      <dgm:prSet/>
      <dgm:spPr/>
      <dgm:t>
        <a:bodyPr/>
        <a:lstStyle/>
        <a:p>
          <a:endParaRPr lang="en-US"/>
        </a:p>
      </dgm:t>
    </dgm:pt>
    <dgm:pt modelId="{0A36BCEE-B124-4771-BDFA-25925A33F7AC}">
      <dgm:prSet/>
      <dgm:spPr/>
      <dgm:t>
        <a:bodyPr/>
        <a:lstStyle/>
        <a:p>
          <a:r>
            <a:rPr lang="en-US" b="1" dirty="0"/>
            <a:t>Domena: </a:t>
          </a:r>
          <a:endParaRPr lang="pl-PL" b="1" dirty="0"/>
        </a:p>
        <a:p>
          <a:r>
            <a:rPr lang="pl-PL" dirty="0"/>
            <a:t>Definicja modeli i interfejsów systemu</a:t>
          </a:r>
          <a:endParaRPr lang="en-US" dirty="0"/>
        </a:p>
      </dgm:t>
    </dgm:pt>
    <dgm:pt modelId="{2F28E063-96C9-4067-8D66-FB1D32374549}" type="parTrans" cxnId="{3C045EB2-A16F-4174-982B-B89DD53888D8}">
      <dgm:prSet/>
      <dgm:spPr/>
      <dgm:t>
        <a:bodyPr/>
        <a:lstStyle/>
        <a:p>
          <a:endParaRPr lang="en-US"/>
        </a:p>
      </dgm:t>
    </dgm:pt>
    <dgm:pt modelId="{E0234468-9014-4234-92F6-C7E16F7DC9B6}" type="sibTrans" cxnId="{3C045EB2-A16F-4174-982B-B89DD53888D8}">
      <dgm:prSet/>
      <dgm:spPr/>
      <dgm:t>
        <a:bodyPr/>
        <a:lstStyle/>
        <a:p>
          <a:endParaRPr lang="en-US"/>
        </a:p>
      </dgm:t>
    </dgm:pt>
    <dgm:pt modelId="{CD9B590B-BE69-4DAA-9CC3-BA394E038773}">
      <dgm:prSet/>
      <dgm:spPr/>
      <dgm:t>
        <a:bodyPr/>
        <a:lstStyle/>
        <a:p>
          <a:r>
            <a:rPr lang="en-US" b="1" dirty="0" err="1"/>
            <a:t>Infrastruktura</a:t>
          </a:r>
          <a:r>
            <a:rPr lang="en-US" b="1" dirty="0"/>
            <a:t>: </a:t>
          </a:r>
          <a:endParaRPr lang="pl-PL" b="1" dirty="0"/>
        </a:p>
        <a:p>
          <a:r>
            <a:rPr lang="pl-PL" dirty="0"/>
            <a:t>Implementacja baz danych i modeli ML</a:t>
          </a:r>
          <a:endParaRPr lang="en-US" dirty="0"/>
        </a:p>
      </dgm:t>
    </dgm:pt>
    <dgm:pt modelId="{E51B09FA-43D8-4954-9786-5A39DF987918}" type="parTrans" cxnId="{AE610E25-9E47-49DF-81F8-2586ED36DE70}">
      <dgm:prSet/>
      <dgm:spPr/>
      <dgm:t>
        <a:bodyPr/>
        <a:lstStyle/>
        <a:p>
          <a:endParaRPr lang="en-US"/>
        </a:p>
      </dgm:t>
    </dgm:pt>
    <dgm:pt modelId="{8265BCD8-353C-438C-B885-5A8B60E281F9}" type="sibTrans" cxnId="{AE610E25-9E47-49DF-81F8-2586ED36DE70}">
      <dgm:prSet/>
      <dgm:spPr/>
      <dgm:t>
        <a:bodyPr/>
        <a:lstStyle/>
        <a:p>
          <a:endParaRPr lang="en-US"/>
        </a:p>
      </dgm:t>
    </dgm:pt>
    <dgm:pt modelId="{EE44A0DC-E869-40E7-8E15-A61FF410DC4C}" type="pres">
      <dgm:prSet presAssocID="{C30580D2-F7C4-49F2-886F-D68C06938837}" presName="Name0" presStyleCnt="0">
        <dgm:presLayoutVars>
          <dgm:dir/>
          <dgm:resizeHandles val="exact"/>
        </dgm:presLayoutVars>
      </dgm:prSet>
      <dgm:spPr/>
    </dgm:pt>
    <dgm:pt modelId="{8D5507F5-AC69-4F7F-B3A4-5C0B2BE58D5F}" type="pres">
      <dgm:prSet presAssocID="{C30580D2-F7C4-49F2-886F-D68C06938837}" presName="fgShape" presStyleLbl="fgShp" presStyleIdx="0" presStyleCnt="1"/>
      <dgm:spPr/>
    </dgm:pt>
    <dgm:pt modelId="{8F11996D-6CC0-4025-A8FC-382696317E2C}" type="pres">
      <dgm:prSet presAssocID="{C30580D2-F7C4-49F2-886F-D68C06938837}" presName="linComp" presStyleCnt="0"/>
      <dgm:spPr/>
    </dgm:pt>
    <dgm:pt modelId="{45C0CA0F-480F-4554-9325-EE9FC172CE5F}" type="pres">
      <dgm:prSet presAssocID="{981C50E4-5E96-4B12-956E-3E31DB4476DC}" presName="compNode" presStyleCnt="0"/>
      <dgm:spPr/>
    </dgm:pt>
    <dgm:pt modelId="{3AA86085-7647-4F65-AD83-3FC4E3A409BF}" type="pres">
      <dgm:prSet presAssocID="{981C50E4-5E96-4B12-956E-3E31DB4476DC}" presName="bkgdShape" presStyleLbl="node1" presStyleIdx="0" presStyleCnt="4"/>
      <dgm:spPr/>
    </dgm:pt>
    <dgm:pt modelId="{3D78BC96-1201-4C35-88A9-413909394F04}" type="pres">
      <dgm:prSet presAssocID="{981C50E4-5E96-4B12-956E-3E31DB4476DC}" presName="nodeTx" presStyleLbl="node1" presStyleIdx="0" presStyleCnt="4">
        <dgm:presLayoutVars>
          <dgm:bulletEnabled val="1"/>
        </dgm:presLayoutVars>
      </dgm:prSet>
      <dgm:spPr/>
    </dgm:pt>
    <dgm:pt modelId="{9B3A0B75-DD9A-4F84-8DD8-8EAC8FDFA14D}" type="pres">
      <dgm:prSet presAssocID="{981C50E4-5E96-4B12-956E-3E31DB4476DC}" presName="invisiNode" presStyleLbl="node1" presStyleIdx="0" presStyleCnt="4"/>
      <dgm:spPr/>
    </dgm:pt>
    <dgm:pt modelId="{1577CF56-6592-467A-BB71-9ABB042D77F8}" type="pres">
      <dgm:prSet presAssocID="{981C50E4-5E96-4B12-956E-3E31DB4476DC}" presName="imagNode" presStyleLbl="fgImgPlac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 outline"/>
        </a:ext>
      </dgm:extLst>
    </dgm:pt>
    <dgm:pt modelId="{020A3B2D-27EB-4C25-B294-BDB96ACB3210}" type="pres">
      <dgm:prSet presAssocID="{92A6F2BA-3B88-4A02-892A-558F487A41CD}" presName="sibTrans" presStyleLbl="sibTrans2D1" presStyleIdx="0" presStyleCnt="0"/>
      <dgm:spPr/>
    </dgm:pt>
    <dgm:pt modelId="{49D932AB-453B-4663-8BB2-491738C41696}" type="pres">
      <dgm:prSet presAssocID="{DBEE01C5-5D8C-4C63-AEA3-8AC04D97CBF7}" presName="compNode" presStyleCnt="0"/>
      <dgm:spPr/>
    </dgm:pt>
    <dgm:pt modelId="{26D3E92E-51EE-4577-89FA-26AEA8259ACD}" type="pres">
      <dgm:prSet presAssocID="{DBEE01C5-5D8C-4C63-AEA3-8AC04D97CBF7}" presName="bkgdShape" presStyleLbl="node1" presStyleIdx="1" presStyleCnt="4"/>
      <dgm:spPr/>
    </dgm:pt>
    <dgm:pt modelId="{85C01E1A-A345-4383-BB45-8F5DB48815C2}" type="pres">
      <dgm:prSet presAssocID="{DBEE01C5-5D8C-4C63-AEA3-8AC04D97CBF7}" presName="nodeTx" presStyleLbl="node1" presStyleIdx="1" presStyleCnt="4">
        <dgm:presLayoutVars>
          <dgm:bulletEnabled val="1"/>
        </dgm:presLayoutVars>
      </dgm:prSet>
      <dgm:spPr/>
    </dgm:pt>
    <dgm:pt modelId="{AA9E9636-2003-4F69-AD43-390B5697BE0E}" type="pres">
      <dgm:prSet presAssocID="{DBEE01C5-5D8C-4C63-AEA3-8AC04D97CBF7}" presName="invisiNode" presStyleLbl="node1" presStyleIdx="1" presStyleCnt="4"/>
      <dgm:spPr/>
    </dgm:pt>
    <dgm:pt modelId="{EF3809D8-1079-421E-A24C-4EB7AE8F144B}" type="pres">
      <dgm:prSet presAssocID="{DBEE01C5-5D8C-4C63-AEA3-8AC04D97CBF7}" presName="imagNode" presStyleLbl="fgImgPlac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 with solid fill"/>
        </a:ext>
      </dgm:extLst>
    </dgm:pt>
    <dgm:pt modelId="{3E7CFC36-E80C-4D57-9DAF-670C2950F9B1}" type="pres">
      <dgm:prSet presAssocID="{EEE0C227-B82F-44B5-A948-7D6E863A9AD8}" presName="sibTrans" presStyleLbl="sibTrans2D1" presStyleIdx="0" presStyleCnt="0"/>
      <dgm:spPr/>
    </dgm:pt>
    <dgm:pt modelId="{0EB67925-72E3-4AAD-8F3F-AA086D90E1BE}" type="pres">
      <dgm:prSet presAssocID="{0A36BCEE-B124-4771-BDFA-25925A33F7AC}" presName="compNode" presStyleCnt="0"/>
      <dgm:spPr/>
    </dgm:pt>
    <dgm:pt modelId="{CDC7E898-621E-4498-B37E-581B4E863552}" type="pres">
      <dgm:prSet presAssocID="{0A36BCEE-B124-4771-BDFA-25925A33F7AC}" presName="bkgdShape" presStyleLbl="node1" presStyleIdx="2" presStyleCnt="4"/>
      <dgm:spPr/>
    </dgm:pt>
    <dgm:pt modelId="{A549EA26-5838-4A71-BDBB-9EC3045C14C0}" type="pres">
      <dgm:prSet presAssocID="{0A36BCEE-B124-4771-BDFA-25925A33F7AC}" presName="nodeTx" presStyleLbl="node1" presStyleIdx="2" presStyleCnt="4">
        <dgm:presLayoutVars>
          <dgm:bulletEnabled val="1"/>
        </dgm:presLayoutVars>
      </dgm:prSet>
      <dgm:spPr/>
    </dgm:pt>
    <dgm:pt modelId="{2D9251F2-A0F9-4517-9C5D-52485FBF2332}" type="pres">
      <dgm:prSet presAssocID="{0A36BCEE-B124-4771-BDFA-25925A33F7AC}" presName="invisiNode" presStyleLbl="node1" presStyleIdx="2" presStyleCnt="4"/>
      <dgm:spPr/>
    </dgm:pt>
    <dgm:pt modelId="{D326D106-39F6-4C6D-B3CA-A584AF62E7E4}" type="pres">
      <dgm:prSet presAssocID="{0A36BCEE-B124-4771-BDFA-25925A33F7AC}" presName="imagNode" presStyleLbl="fgImgPlac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 outline"/>
        </a:ext>
      </dgm:extLst>
    </dgm:pt>
    <dgm:pt modelId="{3FE0E982-59BA-4894-BB4E-5D70A6FADC71}" type="pres">
      <dgm:prSet presAssocID="{E0234468-9014-4234-92F6-C7E16F7DC9B6}" presName="sibTrans" presStyleLbl="sibTrans2D1" presStyleIdx="0" presStyleCnt="0"/>
      <dgm:spPr/>
    </dgm:pt>
    <dgm:pt modelId="{E90F2BFB-F179-42CB-8E66-9289A998C458}" type="pres">
      <dgm:prSet presAssocID="{CD9B590B-BE69-4DAA-9CC3-BA394E038773}" presName="compNode" presStyleCnt="0"/>
      <dgm:spPr/>
    </dgm:pt>
    <dgm:pt modelId="{9975CBD7-358E-4F40-9C7E-0DEAEC3D2EEB}" type="pres">
      <dgm:prSet presAssocID="{CD9B590B-BE69-4DAA-9CC3-BA394E038773}" presName="bkgdShape" presStyleLbl="node1" presStyleIdx="3" presStyleCnt="4"/>
      <dgm:spPr/>
    </dgm:pt>
    <dgm:pt modelId="{F3736C4E-4D4A-4EB5-BC59-424FAE7B00B3}" type="pres">
      <dgm:prSet presAssocID="{CD9B590B-BE69-4DAA-9CC3-BA394E038773}" presName="nodeTx" presStyleLbl="node1" presStyleIdx="3" presStyleCnt="4">
        <dgm:presLayoutVars>
          <dgm:bulletEnabled val="1"/>
        </dgm:presLayoutVars>
      </dgm:prSet>
      <dgm:spPr/>
    </dgm:pt>
    <dgm:pt modelId="{C5DB46CA-677E-47B5-B479-1D2E1E356C46}" type="pres">
      <dgm:prSet presAssocID="{CD9B590B-BE69-4DAA-9CC3-BA394E038773}" presName="invisiNode" presStyleLbl="node1" presStyleIdx="3" presStyleCnt="4"/>
      <dgm:spPr/>
    </dgm:pt>
    <dgm:pt modelId="{5D4F6829-468D-44DB-9807-A95B31C87382}" type="pres">
      <dgm:prSet presAssocID="{CD9B590B-BE69-4DAA-9CC3-BA394E038773}" presName="imagNode" presStyleLbl="fgImgPlac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 outline"/>
        </a:ext>
      </dgm:extLst>
    </dgm:pt>
  </dgm:ptLst>
  <dgm:cxnLst>
    <dgm:cxn modelId="{D9A0B105-520C-41EA-B027-AE444B391E7C}" type="presOf" srcId="{0A36BCEE-B124-4771-BDFA-25925A33F7AC}" destId="{A549EA26-5838-4A71-BDBB-9EC3045C14C0}" srcOrd="1" destOrd="0" presId="urn:microsoft.com/office/officeart/2005/8/layout/hList7"/>
    <dgm:cxn modelId="{4E76C606-A07B-4293-9887-6804D5B023BB}" type="presOf" srcId="{981C50E4-5E96-4B12-956E-3E31DB4476DC}" destId="{3AA86085-7647-4F65-AD83-3FC4E3A409BF}" srcOrd="0" destOrd="0" presId="urn:microsoft.com/office/officeart/2005/8/layout/hList7"/>
    <dgm:cxn modelId="{AE610E25-9E47-49DF-81F8-2586ED36DE70}" srcId="{C30580D2-F7C4-49F2-886F-D68C06938837}" destId="{CD9B590B-BE69-4DAA-9CC3-BA394E038773}" srcOrd="3" destOrd="0" parTransId="{E51B09FA-43D8-4954-9786-5A39DF987918}" sibTransId="{8265BCD8-353C-438C-B885-5A8B60E281F9}"/>
    <dgm:cxn modelId="{E9CA5540-FD9B-4BE0-9699-4514E7946BAD}" type="presOf" srcId="{92A6F2BA-3B88-4A02-892A-558F487A41CD}" destId="{020A3B2D-27EB-4C25-B294-BDB96ACB3210}" srcOrd="0" destOrd="0" presId="urn:microsoft.com/office/officeart/2005/8/layout/hList7"/>
    <dgm:cxn modelId="{49E6A365-92AF-42B7-B62E-46F48E4269CC}" type="presOf" srcId="{DBEE01C5-5D8C-4C63-AEA3-8AC04D97CBF7}" destId="{85C01E1A-A345-4383-BB45-8F5DB48815C2}" srcOrd="1" destOrd="0" presId="urn:microsoft.com/office/officeart/2005/8/layout/hList7"/>
    <dgm:cxn modelId="{7CF16949-C7AE-4899-A696-B6D3E2B24CAE}" srcId="{C30580D2-F7C4-49F2-886F-D68C06938837}" destId="{981C50E4-5E96-4B12-956E-3E31DB4476DC}" srcOrd="0" destOrd="0" parTransId="{AE1CB6EE-B667-41FA-B05C-08D6FAAA8155}" sibTransId="{92A6F2BA-3B88-4A02-892A-558F487A41CD}"/>
    <dgm:cxn modelId="{F8FC3172-C876-4EB1-866B-6C7F822DA995}" type="presOf" srcId="{C30580D2-F7C4-49F2-886F-D68C06938837}" destId="{EE44A0DC-E869-40E7-8E15-A61FF410DC4C}" srcOrd="0" destOrd="0" presId="urn:microsoft.com/office/officeart/2005/8/layout/hList7"/>
    <dgm:cxn modelId="{53EC6083-E89D-4484-BBEF-0EFAAFB8815F}" type="presOf" srcId="{E0234468-9014-4234-92F6-C7E16F7DC9B6}" destId="{3FE0E982-59BA-4894-BB4E-5D70A6FADC71}" srcOrd="0" destOrd="0" presId="urn:microsoft.com/office/officeart/2005/8/layout/hList7"/>
    <dgm:cxn modelId="{5D14C39D-57ED-45D7-A3AC-6FC06ABC5C7D}" type="presOf" srcId="{0A36BCEE-B124-4771-BDFA-25925A33F7AC}" destId="{CDC7E898-621E-4498-B37E-581B4E863552}" srcOrd="0" destOrd="0" presId="urn:microsoft.com/office/officeart/2005/8/layout/hList7"/>
    <dgm:cxn modelId="{9EDD56AD-FC0B-4FD1-94FB-F06B48FE5925}" type="presOf" srcId="{981C50E4-5E96-4B12-956E-3E31DB4476DC}" destId="{3D78BC96-1201-4C35-88A9-413909394F04}" srcOrd="1" destOrd="0" presId="urn:microsoft.com/office/officeart/2005/8/layout/hList7"/>
    <dgm:cxn modelId="{3C045EB2-A16F-4174-982B-B89DD53888D8}" srcId="{C30580D2-F7C4-49F2-886F-D68C06938837}" destId="{0A36BCEE-B124-4771-BDFA-25925A33F7AC}" srcOrd="2" destOrd="0" parTransId="{2F28E063-96C9-4067-8D66-FB1D32374549}" sibTransId="{E0234468-9014-4234-92F6-C7E16F7DC9B6}"/>
    <dgm:cxn modelId="{8F54E3C3-37BC-4762-87F7-80C1A6971944}" type="presOf" srcId="{CD9B590B-BE69-4DAA-9CC3-BA394E038773}" destId="{9975CBD7-358E-4F40-9C7E-0DEAEC3D2EEB}" srcOrd="0" destOrd="0" presId="urn:microsoft.com/office/officeart/2005/8/layout/hList7"/>
    <dgm:cxn modelId="{401501C8-0B08-4C0A-8316-ADA8628F2BE0}" type="presOf" srcId="{DBEE01C5-5D8C-4C63-AEA3-8AC04D97CBF7}" destId="{26D3E92E-51EE-4577-89FA-26AEA8259ACD}" srcOrd="0" destOrd="0" presId="urn:microsoft.com/office/officeart/2005/8/layout/hList7"/>
    <dgm:cxn modelId="{3D09F0D6-8FD3-40E5-B919-BDD9B0FE22AD}" srcId="{C30580D2-F7C4-49F2-886F-D68C06938837}" destId="{DBEE01C5-5D8C-4C63-AEA3-8AC04D97CBF7}" srcOrd="1" destOrd="0" parTransId="{79B0A4AF-F361-49DF-8BA4-E49753D31A8B}" sibTransId="{EEE0C227-B82F-44B5-A948-7D6E863A9AD8}"/>
    <dgm:cxn modelId="{F4277FF7-06CE-4D29-BB7C-07CA2E5F69B3}" type="presOf" srcId="{CD9B590B-BE69-4DAA-9CC3-BA394E038773}" destId="{F3736C4E-4D4A-4EB5-BC59-424FAE7B00B3}" srcOrd="1" destOrd="0" presId="urn:microsoft.com/office/officeart/2005/8/layout/hList7"/>
    <dgm:cxn modelId="{3AB4AAF7-EE62-400E-B252-AD85235E0BCA}" type="presOf" srcId="{EEE0C227-B82F-44B5-A948-7D6E863A9AD8}" destId="{3E7CFC36-E80C-4D57-9DAF-670C2950F9B1}" srcOrd="0" destOrd="0" presId="urn:microsoft.com/office/officeart/2005/8/layout/hList7"/>
    <dgm:cxn modelId="{A5C69675-BBBC-4EA1-B77F-F29E2AFB0E83}" type="presParOf" srcId="{EE44A0DC-E869-40E7-8E15-A61FF410DC4C}" destId="{8D5507F5-AC69-4F7F-B3A4-5C0B2BE58D5F}" srcOrd="0" destOrd="0" presId="urn:microsoft.com/office/officeart/2005/8/layout/hList7"/>
    <dgm:cxn modelId="{3BE905A6-5307-4917-B61B-8CE56887DA41}" type="presParOf" srcId="{EE44A0DC-E869-40E7-8E15-A61FF410DC4C}" destId="{8F11996D-6CC0-4025-A8FC-382696317E2C}" srcOrd="1" destOrd="0" presId="urn:microsoft.com/office/officeart/2005/8/layout/hList7"/>
    <dgm:cxn modelId="{CC28564C-4B92-4493-B26B-A3F3241A4D52}" type="presParOf" srcId="{8F11996D-6CC0-4025-A8FC-382696317E2C}" destId="{45C0CA0F-480F-4554-9325-EE9FC172CE5F}" srcOrd="0" destOrd="0" presId="urn:microsoft.com/office/officeart/2005/8/layout/hList7"/>
    <dgm:cxn modelId="{DC54FF03-7317-4000-B444-E204F0FFF069}" type="presParOf" srcId="{45C0CA0F-480F-4554-9325-EE9FC172CE5F}" destId="{3AA86085-7647-4F65-AD83-3FC4E3A409BF}" srcOrd="0" destOrd="0" presId="urn:microsoft.com/office/officeart/2005/8/layout/hList7"/>
    <dgm:cxn modelId="{6907693E-1849-450C-B135-8DE8EC7B245B}" type="presParOf" srcId="{45C0CA0F-480F-4554-9325-EE9FC172CE5F}" destId="{3D78BC96-1201-4C35-88A9-413909394F04}" srcOrd="1" destOrd="0" presId="urn:microsoft.com/office/officeart/2005/8/layout/hList7"/>
    <dgm:cxn modelId="{B6CB4CF0-120B-46B5-A735-6E6ACDE645C2}" type="presParOf" srcId="{45C0CA0F-480F-4554-9325-EE9FC172CE5F}" destId="{9B3A0B75-DD9A-4F84-8DD8-8EAC8FDFA14D}" srcOrd="2" destOrd="0" presId="urn:microsoft.com/office/officeart/2005/8/layout/hList7"/>
    <dgm:cxn modelId="{9F2428EC-7B39-477A-92C7-567A1299D1C4}" type="presParOf" srcId="{45C0CA0F-480F-4554-9325-EE9FC172CE5F}" destId="{1577CF56-6592-467A-BB71-9ABB042D77F8}" srcOrd="3" destOrd="0" presId="urn:microsoft.com/office/officeart/2005/8/layout/hList7"/>
    <dgm:cxn modelId="{D1C46BC5-7484-4272-B9FB-A97054097A19}" type="presParOf" srcId="{8F11996D-6CC0-4025-A8FC-382696317E2C}" destId="{020A3B2D-27EB-4C25-B294-BDB96ACB3210}" srcOrd="1" destOrd="0" presId="urn:microsoft.com/office/officeart/2005/8/layout/hList7"/>
    <dgm:cxn modelId="{D00B1665-7AF6-4C67-8133-46EF4A27E744}" type="presParOf" srcId="{8F11996D-6CC0-4025-A8FC-382696317E2C}" destId="{49D932AB-453B-4663-8BB2-491738C41696}" srcOrd="2" destOrd="0" presId="urn:microsoft.com/office/officeart/2005/8/layout/hList7"/>
    <dgm:cxn modelId="{4EC610D8-735B-4602-9A9F-66A7E64646B9}" type="presParOf" srcId="{49D932AB-453B-4663-8BB2-491738C41696}" destId="{26D3E92E-51EE-4577-89FA-26AEA8259ACD}" srcOrd="0" destOrd="0" presId="urn:microsoft.com/office/officeart/2005/8/layout/hList7"/>
    <dgm:cxn modelId="{68F1AAE2-F81C-41F2-B183-9251920CBA4C}" type="presParOf" srcId="{49D932AB-453B-4663-8BB2-491738C41696}" destId="{85C01E1A-A345-4383-BB45-8F5DB48815C2}" srcOrd="1" destOrd="0" presId="urn:microsoft.com/office/officeart/2005/8/layout/hList7"/>
    <dgm:cxn modelId="{7DC897EA-C1C6-4980-A681-628574452F4D}" type="presParOf" srcId="{49D932AB-453B-4663-8BB2-491738C41696}" destId="{AA9E9636-2003-4F69-AD43-390B5697BE0E}" srcOrd="2" destOrd="0" presId="urn:microsoft.com/office/officeart/2005/8/layout/hList7"/>
    <dgm:cxn modelId="{CDD4C8FC-8A34-45FA-8C1B-A688926BEBE9}" type="presParOf" srcId="{49D932AB-453B-4663-8BB2-491738C41696}" destId="{EF3809D8-1079-421E-A24C-4EB7AE8F144B}" srcOrd="3" destOrd="0" presId="urn:microsoft.com/office/officeart/2005/8/layout/hList7"/>
    <dgm:cxn modelId="{58E163E9-3F29-4554-9674-5A61A5954D90}" type="presParOf" srcId="{8F11996D-6CC0-4025-A8FC-382696317E2C}" destId="{3E7CFC36-E80C-4D57-9DAF-670C2950F9B1}" srcOrd="3" destOrd="0" presId="urn:microsoft.com/office/officeart/2005/8/layout/hList7"/>
    <dgm:cxn modelId="{864A906B-D9B2-4D6F-9C8C-7ECDF555EF9E}" type="presParOf" srcId="{8F11996D-6CC0-4025-A8FC-382696317E2C}" destId="{0EB67925-72E3-4AAD-8F3F-AA086D90E1BE}" srcOrd="4" destOrd="0" presId="urn:microsoft.com/office/officeart/2005/8/layout/hList7"/>
    <dgm:cxn modelId="{FC7DFC64-3764-4E7A-9A4E-BAF55AD63B61}" type="presParOf" srcId="{0EB67925-72E3-4AAD-8F3F-AA086D90E1BE}" destId="{CDC7E898-621E-4498-B37E-581B4E863552}" srcOrd="0" destOrd="0" presId="urn:microsoft.com/office/officeart/2005/8/layout/hList7"/>
    <dgm:cxn modelId="{0D62AF8A-7434-4FFC-8880-7DBDB4BD1E84}" type="presParOf" srcId="{0EB67925-72E3-4AAD-8F3F-AA086D90E1BE}" destId="{A549EA26-5838-4A71-BDBB-9EC3045C14C0}" srcOrd="1" destOrd="0" presId="urn:microsoft.com/office/officeart/2005/8/layout/hList7"/>
    <dgm:cxn modelId="{45A5E630-B660-486A-8C57-C38641877FEE}" type="presParOf" srcId="{0EB67925-72E3-4AAD-8F3F-AA086D90E1BE}" destId="{2D9251F2-A0F9-4517-9C5D-52485FBF2332}" srcOrd="2" destOrd="0" presId="urn:microsoft.com/office/officeart/2005/8/layout/hList7"/>
    <dgm:cxn modelId="{3B219009-1D09-41DD-8B51-644159D524EC}" type="presParOf" srcId="{0EB67925-72E3-4AAD-8F3F-AA086D90E1BE}" destId="{D326D106-39F6-4C6D-B3CA-A584AF62E7E4}" srcOrd="3" destOrd="0" presId="urn:microsoft.com/office/officeart/2005/8/layout/hList7"/>
    <dgm:cxn modelId="{B7263ECF-59DF-4BC2-800D-0CF41CC4BAA6}" type="presParOf" srcId="{8F11996D-6CC0-4025-A8FC-382696317E2C}" destId="{3FE0E982-59BA-4894-BB4E-5D70A6FADC71}" srcOrd="5" destOrd="0" presId="urn:microsoft.com/office/officeart/2005/8/layout/hList7"/>
    <dgm:cxn modelId="{967D84DE-21D1-4848-B602-7C57E1C86416}" type="presParOf" srcId="{8F11996D-6CC0-4025-A8FC-382696317E2C}" destId="{E90F2BFB-F179-42CB-8E66-9289A998C458}" srcOrd="6" destOrd="0" presId="urn:microsoft.com/office/officeart/2005/8/layout/hList7"/>
    <dgm:cxn modelId="{B71A7AEF-B5C3-4179-A54B-6729E64583F8}" type="presParOf" srcId="{E90F2BFB-F179-42CB-8E66-9289A998C458}" destId="{9975CBD7-358E-4F40-9C7E-0DEAEC3D2EEB}" srcOrd="0" destOrd="0" presId="urn:microsoft.com/office/officeart/2005/8/layout/hList7"/>
    <dgm:cxn modelId="{BCD90D70-39DB-4434-BF19-A18C908C4160}" type="presParOf" srcId="{E90F2BFB-F179-42CB-8E66-9289A998C458}" destId="{F3736C4E-4D4A-4EB5-BC59-424FAE7B00B3}" srcOrd="1" destOrd="0" presId="urn:microsoft.com/office/officeart/2005/8/layout/hList7"/>
    <dgm:cxn modelId="{FE1AE026-713D-4988-9C61-B6B4BE3BDE72}" type="presParOf" srcId="{E90F2BFB-F179-42CB-8E66-9289A998C458}" destId="{C5DB46CA-677E-47B5-B479-1D2E1E356C46}" srcOrd="2" destOrd="0" presId="urn:microsoft.com/office/officeart/2005/8/layout/hList7"/>
    <dgm:cxn modelId="{47847E9A-5F0A-4953-ACDF-7EA54D18934A}" type="presParOf" srcId="{E90F2BFB-F179-42CB-8E66-9289A998C458}" destId="{5D4F6829-468D-44DB-9807-A95B31C87382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CA9D404-915E-4EB5-88ED-E50EF8038523}" type="doc">
      <dgm:prSet loTypeId="urn:microsoft.com/office/officeart/2005/8/layout/hProcess10" loCatId="pictur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3706C04-83B3-4E6F-97D2-C95017F032D0}">
      <dgm:prSet/>
      <dgm:spPr/>
      <dgm:t>
        <a:bodyPr/>
        <a:lstStyle/>
        <a:p>
          <a:r>
            <a:rPr lang="en-US" b="0" i="0" baseline="0" dirty="0" err="1"/>
            <a:t>Redukcja</a:t>
          </a:r>
          <a:r>
            <a:rPr lang="en-US" b="0" i="0" baseline="0" dirty="0"/>
            <a:t> </a:t>
          </a:r>
          <a:r>
            <a:rPr lang="en-US" b="0" i="0" baseline="0" dirty="0" err="1"/>
            <a:t>wymiarowości</a:t>
          </a:r>
          <a:r>
            <a:rPr lang="en-US" b="0" i="0" baseline="0" dirty="0"/>
            <a:t>: </a:t>
          </a:r>
          <a:r>
            <a:rPr lang="en-US" b="1" i="0" baseline="0" dirty="0"/>
            <a:t>UMAP</a:t>
          </a:r>
          <a:endParaRPr lang="en-US" dirty="0"/>
        </a:p>
      </dgm:t>
    </dgm:pt>
    <dgm:pt modelId="{2D1D8659-A9CA-469B-A2C1-89365623686E}" type="parTrans" cxnId="{955CEF6E-79E8-47FA-843E-671E2036E898}">
      <dgm:prSet/>
      <dgm:spPr/>
      <dgm:t>
        <a:bodyPr/>
        <a:lstStyle/>
        <a:p>
          <a:endParaRPr lang="en-US"/>
        </a:p>
      </dgm:t>
    </dgm:pt>
    <dgm:pt modelId="{A29EE829-9726-442D-B231-85E0EAE0D8A4}" type="sibTrans" cxnId="{955CEF6E-79E8-47FA-843E-671E2036E898}">
      <dgm:prSet/>
      <dgm:spPr/>
      <dgm:t>
        <a:bodyPr/>
        <a:lstStyle/>
        <a:p>
          <a:endParaRPr lang="en-US"/>
        </a:p>
      </dgm:t>
    </dgm:pt>
    <dgm:pt modelId="{0ED707E7-F5C1-47DF-91F8-4F1FBDD1EE82}">
      <dgm:prSet/>
      <dgm:spPr/>
      <dgm:t>
        <a:bodyPr/>
        <a:lstStyle/>
        <a:p>
          <a:r>
            <a:rPr lang="en-US" b="0" i="0" baseline="0" dirty="0" err="1"/>
            <a:t>Klasteryzacja</a:t>
          </a:r>
          <a:r>
            <a:rPr lang="en-US" b="0" i="0" baseline="0" dirty="0"/>
            <a:t>: </a:t>
          </a:r>
          <a:r>
            <a:rPr lang="en-US" b="1" i="0" baseline="0" dirty="0"/>
            <a:t>HDBSCAN</a:t>
          </a:r>
          <a:endParaRPr lang="en-US" dirty="0"/>
        </a:p>
      </dgm:t>
    </dgm:pt>
    <dgm:pt modelId="{32BBE08E-797A-4C3B-A361-80D6CD5F3C95}" type="parTrans" cxnId="{5426680A-8935-4265-ABFB-C3AD0D0C348B}">
      <dgm:prSet/>
      <dgm:spPr/>
      <dgm:t>
        <a:bodyPr/>
        <a:lstStyle/>
        <a:p>
          <a:endParaRPr lang="en-US"/>
        </a:p>
      </dgm:t>
    </dgm:pt>
    <dgm:pt modelId="{54037797-61D2-47CD-B725-88575E0E514A}" type="sibTrans" cxnId="{5426680A-8935-4265-ABFB-C3AD0D0C348B}">
      <dgm:prSet/>
      <dgm:spPr/>
      <dgm:t>
        <a:bodyPr/>
        <a:lstStyle/>
        <a:p>
          <a:endParaRPr lang="en-US"/>
        </a:p>
      </dgm:t>
    </dgm:pt>
    <dgm:pt modelId="{035B280B-B47B-445D-8C0F-1F6BA65F13C0}">
      <dgm:prSet custT="1"/>
      <dgm:spPr/>
      <dgm:t>
        <a:bodyPr/>
        <a:lstStyle/>
        <a:p>
          <a:pPr algn="ctr"/>
          <a:r>
            <a:rPr lang="en-US" sz="1400" b="0" i="0" baseline="0" dirty="0" err="1"/>
            <a:t>Automatyczne</a:t>
          </a:r>
          <a:r>
            <a:rPr lang="pl-PL" sz="1400" b="0" i="0" baseline="0" dirty="0"/>
            <a:t> </a:t>
          </a:r>
          <a:r>
            <a:rPr lang="en-US" sz="1400" b="0" i="0" baseline="0" dirty="0" err="1"/>
            <a:t>wykrywanie</a:t>
          </a:r>
          <a:r>
            <a:rPr lang="en-US" sz="1400" b="0" i="0" baseline="0" dirty="0"/>
            <a:t> </a:t>
          </a:r>
          <a:r>
            <a:rPr lang="en-US" sz="1400" b="0" i="0" baseline="0" dirty="0" err="1"/>
            <a:t>grup</a:t>
          </a:r>
          <a:endParaRPr lang="en-US" sz="1400" dirty="0"/>
        </a:p>
      </dgm:t>
    </dgm:pt>
    <dgm:pt modelId="{BE0E29CB-3FC3-4B99-AC6E-06C93EB25183}" type="parTrans" cxnId="{0B3EE3E4-2926-48FE-8E58-9D57E8658B57}">
      <dgm:prSet/>
      <dgm:spPr/>
      <dgm:t>
        <a:bodyPr/>
        <a:lstStyle/>
        <a:p>
          <a:endParaRPr lang="en-US"/>
        </a:p>
      </dgm:t>
    </dgm:pt>
    <dgm:pt modelId="{AD0886B7-A532-47E7-B004-4417ACD5E1A2}" type="sibTrans" cxnId="{0B3EE3E4-2926-48FE-8E58-9D57E8658B57}">
      <dgm:prSet/>
      <dgm:spPr/>
      <dgm:t>
        <a:bodyPr/>
        <a:lstStyle/>
        <a:p>
          <a:endParaRPr lang="en-US"/>
        </a:p>
      </dgm:t>
    </dgm:pt>
    <dgm:pt modelId="{49FE7867-DC4F-4BC8-AABA-2441DBBD3114}">
      <dgm:prSet/>
      <dgm:spPr/>
      <dgm:t>
        <a:bodyPr/>
        <a:lstStyle/>
        <a:p>
          <a:r>
            <a:rPr lang="en-US" b="0" i="0" baseline="0"/>
            <a:t>Nazewnictwo grup: </a:t>
          </a:r>
          <a:r>
            <a:rPr lang="en-US" b="1" i="0" baseline="0"/>
            <a:t>Google Gemini</a:t>
          </a:r>
          <a:endParaRPr lang="en-US"/>
        </a:p>
      </dgm:t>
    </dgm:pt>
    <dgm:pt modelId="{F2D5C25B-F34E-4D23-8350-3834D0F4D286}" type="parTrans" cxnId="{ED6F06FB-8976-4492-A5A8-49AD53FB44C4}">
      <dgm:prSet/>
      <dgm:spPr/>
      <dgm:t>
        <a:bodyPr/>
        <a:lstStyle/>
        <a:p>
          <a:endParaRPr lang="en-US"/>
        </a:p>
      </dgm:t>
    </dgm:pt>
    <dgm:pt modelId="{875AF043-C4E7-46AD-B275-0662D99A8E1E}" type="sibTrans" cxnId="{ED6F06FB-8976-4492-A5A8-49AD53FB44C4}">
      <dgm:prSet/>
      <dgm:spPr/>
      <dgm:t>
        <a:bodyPr/>
        <a:lstStyle/>
        <a:p>
          <a:endParaRPr lang="en-US"/>
        </a:p>
      </dgm:t>
    </dgm:pt>
    <dgm:pt modelId="{4924B903-84F0-4EAD-B55E-AD6F266A34DF}">
      <dgm:prSet/>
      <dgm:spPr/>
      <dgm:t>
        <a:bodyPr/>
        <a:lstStyle/>
        <a:p>
          <a:r>
            <a:rPr lang="pl-PL" b="0" i="0" baseline="0" dirty="0"/>
            <a:t>Osadzenia</a:t>
          </a:r>
          <a:r>
            <a:rPr lang="en-US" b="0" i="0" baseline="0" dirty="0"/>
            <a:t>: </a:t>
          </a:r>
          <a:r>
            <a:rPr lang="en-US" b="1" i="0" baseline="0" dirty="0"/>
            <a:t>multilingual-e5-large</a:t>
          </a:r>
          <a:endParaRPr lang="en-US" dirty="0"/>
        </a:p>
      </dgm:t>
    </dgm:pt>
    <dgm:pt modelId="{6428C9F3-9F66-4B1B-866F-C4D0578B536E}" type="sibTrans" cxnId="{2469DA62-349E-448D-B91C-44292C9092A5}">
      <dgm:prSet/>
      <dgm:spPr/>
      <dgm:t>
        <a:bodyPr/>
        <a:lstStyle/>
        <a:p>
          <a:endParaRPr lang="en-US"/>
        </a:p>
      </dgm:t>
    </dgm:pt>
    <dgm:pt modelId="{2E4093ED-06A9-4C02-8E0D-D13104FE529A}" type="parTrans" cxnId="{2469DA62-349E-448D-B91C-44292C9092A5}">
      <dgm:prSet/>
      <dgm:spPr/>
      <dgm:t>
        <a:bodyPr/>
        <a:lstStyle/>
        <a:p>
          <a:endParaRPr lang="en-US"/>
        </a:p>
      </dgm:t>
    </dgm:pt>
    <dgm:pt modelId="{41194271-6E06-4FCA-93D5-3B1654579595}" type="pres">
      <dgm:prSet presAssocID="{BCA9D404-915E-4EB5-88ED-E50EF8038523}" presName="Name0" presStyleCnt="0">
        <dgm:presLayoutVars>
          <dgm:dir/>
          <dgm:resizeHandles val="exact"/>
        </dgm:presLayoutVars>
      </dgm:prSet>
      <dgm:spPr/>
    </dgm:pt>
    <dgm:pt modelId="{BF19ACBF-B9BC-465E-89A2-B6338E988E3A}" type="pres">
      <dgm:prSet presAssocID="{4924B903-84F0-4EAD-B55E-AD6F266A34DF}" presName="composite" presStyleCnt="0"/>
      <dgm:spPr/>
    </dgm:pt>
    <dgm:pt modelId="{046910E8-7EF0-4E21-8397-E1A9DC2CC79A}" type="pres">
      <dgm:prSet presAssocID="{4924B903-84F0-4EAD-B55E-AD6F266A34DF}" presName="imagSh" presStyleLbl="bgImgPlace1" presStyleIdx="0" presStyleCnt="5" custLinFactNeighborX="15935" custLinFactNeighborY="-40156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outline"/>
        </a:ext>
      </dgm:extLst>
    </dgm:pt>
    <dgm:pt modelId="{47163D1D-4536-4208-ADA4-C5BAAE20ADFC}" type="pres">
      <dgm:prSet presAssocID="{4924B903-84F0-4EAD-B55E-AD6F266A34DF}" presName="txNode" presStyleLbl="node1" presStyleIdx="0" presStyleCnt="5">
        <dgm:presLayoutVars>
          <dgm:bulletEnabled val="1"/>
        </dgm:presLayoutVars>
      </dgm:prSet>
      <dgm:spPr/>
    </dgm:pt>
    <dgm:pt modelId="{D954D772-D5D2-4FDA-818E-13A0F937201A}" type="pres">
      <dgm:prSet presAssocID="{6428C9F3-9F66-4B1B-866F-C4D0578B536E}" presName="sibTrans" presStyleLbl="sibTrans2D1" presStyleIdx="0" presStyleCnt="4"/>
      <dgm:spPr/>
    </dgm:pt>
    <dgm:pt modelId="{2ADA75BF-C005-45DB-83F2-C0771FFD4CCC}" type="pres">
      <dgm:prSet presAssocID="{6428C9F3-9F66-4B1B-866F-C4D0578B536E}" presName="connTx" presStyleLbl="sibTrans2D1" presStyleIdx="0" presStyleCnt="4"/>
      <dgm:spPr/>
    </dgm:pt>
    <dgm:pt modelId="{B11D85AF-5345-47B1-823F-5C6AD287163C}" type="pres">
      <dgm:prSet presAssocID="{63706C04-83B3-4E6F-97D2-C95017F032D0}" presName="composite" presStyleCnt="0"/>
      <dgm:spPr/>
    </dgm:pt>
    <dgm:pt modelId="{971AD023-A5FB-4BC1-8BA8-5EF45BD32BAC}" type="pres">
      <dgm:prSet presAssocID="{63706C04-83B3-4E6F-97D2-C95017F032D0}" presName="imagSh" presStyleLbl="bgImgPlace1" presStyleIdx="1" presStyleCnt="5" custLinFactNeighborX="15935" custLinFactNeighborY="-40156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p with pin outline"/>
        </a:ext>
      </dgm:extLst>
    </dgm:pt>
    <dgm:pt modelId="{0F5060E7-895E-416A-A831-05EE344E979A}" type="pres">
      <dgm:prSet presAssocID="{63706C04-83B3-4E6F-97D2-C95017F032D0}" presName="txNode" presStyleLbl="node1" presStyleIdx="1" presStyleCnt="5">
        <dgm:presLayoutVars>
          <dgm:bulletEnabled val="1"/>
        </dgm:presLayoutVars>
      </dgm:prSet>
      <dgm:spPr/>
    </dgm:pt>
    <dgm:pt modelId="{14E14E61-4BD5-4927-88A9-FC7BF2DAE4D2}" type="pres">
      <dgm:prSet presAssocID="{A29EE829-9726-442D-B231-85E0EAE0D8A4}" presName="sibTrans" presStyleLbl="sibTrans2D1" presStyleIdx="1" presStyleCnt="4"/>
      <dgm:spPr/>
    </dgm:pt>
    <dgm:pt modelId="{4C7E444C-97C0-4A2B-B12C-89ADEEF0E305}" type="pres">
      <dgm:prSet presAssocID="{A29EE829-9726-442D-B231-85E0EAE0D8A4}" presName="connTx" presStyleLbl="sibTrans2D1" presStyleIdx="1" presStyleCnt="4"/>
      <dgm:spPr/>
    </dgm:pt>
    <dgm:pt modelId="{23AAD0D8-F626-4FA4-9B38-F70A21126DAB}" type="pres">
      <dgm:prSet presAssocID="{0ED707E7-F5C1-47DF-91F8-4F1FBDD1EE82}" presName="composite" presStyleCnt="0"/>
      <dgm:spPr/>
    </dgm:pt>
    <dgm:pt modelId="{6D18ED50-47E0-4263-B5DD-3FFCC323A31C}" type="pres">
      <dgm:prSet presAssocID="{0ED707E7-F5C1-47DF-91F8-4F1FBDD1EE82}" presName="imagSh" presStyleLbl="bgImgPlace1" presStyleIdx="2" presStyleCnt="5" custLinFactNeighborX="15297" custLinFactNeighborY="-41741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outline"/>
        </a:ext>
      </dgm:extLst>
    </dgm:pt>
    <dgm:pt modelId="{BFAC139A-1936-4FC1-8B55-909C5816BBC3}" type="pres">
      <dgm:prSet presAssocID="{0ED707E7-F5C1-47DF-91F8-4F1FBDD1EE82}" presName="txNode" presStyleLbl="node1" presStyleIdx="2" presStyleCnt="5">
        <dgm:presLayoutVars>
          <dgm:bulletEnabled val="1"/>
        </dgm:presLayoutVars>
      </dgm:prSet>
      <dgm:spPr/>
    </dgm:pt>
    <dgm:pt modelId="{AC5C86A9-971A-4A00-B8E5-6206B80A0F3E}" type="pres">
      <dgm:prSet presAssocID="{54037797-61D2-47CD-B725-88575E0E514A}" presName="sibTrans" presStyleLbl="sibTrans2D1" presStyleIdx="2" presStyleCnt="4"/>
      <dgm:spPr/>
    </dgm:pt>
    <dgm:pt modelId="{EE467B0E-08FD-4612-AB34-D3DF5B728DCC}" type="pres">
      <dgm:prSet presAssocID="{54037797-61D2-47CD-B725-88575E0E514A}" presName="connTx" presStyleLbl="sibTrans2D1" presStyleIdx="2" presStyleCnt="4"/>
      <dgm:spPr/>
    </dgm:pt>
    <dgm:pt modelId="{1E1562D2-9410-477D-A7E0-E64C0ECE384A}" type="pres">
      <dgm:prSet presAssocID="{035B280B-B47B-445D-8C0F-1F6BA65F13C0}" presName="composite" presStyleCnt="0"/>
      <dgm:spPr/>
    </dgm:pt>
    <dgm:pt modelId="{487A1736-7A30-4EFC-B60A-A4B56C4866D6}" type="pres">
      <dgm:prSet presAssocID="{035B280B-B47B-445D-8C0F-1F6BA65F13C0}" presName="imagSh" presStyleLbl="bgImgPlace1" presStyleIdx="3" presStyleCnt="5" custLinFactNeighborX="15935" custLinFactNeighborY="-40156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 outline"/>
        </a:ext>
      </dgm:extLst>
    </dgm:pt>
    <dgm:pt modelId="{193FA792-36EE-4CBB-A632-52BB282E982D}" type="pres">
      <dgm:prSet presAssocID="{035B280B-B47B-445D-8C0F-1F6BA65F13C0}" presName="txNode" presStyleLbl="node1" presStyleIdx="3" presStyleCnt="5">
        <dgm:presLayoutVars>
          <dgm:bulletEnabled val="1"/>
        </dgm:presLayoutVars>
      </dgm:prSet>
      <dgm:spPr/>
    </dgm:pt>
    <dgm:pt modelId="{5D989B58-4180-4DDA-BBFD-507BC9629810}" type="pres">
      <dgm:prSet presAssocID="{AD0886B7-A532-47E7-B004-4417ACD5E1A2}" presName="sibTrans" presStyleLbl="sibTrans2D1" presStyleIdx="3" presStyleCnt="4"/>
      <dgm:spPr/>
    </dgm:pt>
    <dgm:pt modelId="{D637F843-CAEF-4C1A-8642-89A40EA666C7}" type="pres">
      <dgm:prSet presAssocID="{AD0886B7-A532-47E7-B004-4417ACD5E1A2}" presName="connTx" presStyleLbl="sibTrans2D1" presStyleIdx="3" presStyleCnt="4"/>
      <dgm:spPr/>
    </dgm:pt>
    <dgm:pt modelId="{4C4B687F-596D-47B0-934A-4AAC73D46989}" type="pres">
      <dgm:prSet presAssocID="{49FE7867-DC4F-4BC8-AABA-2441DBBD3114}" presName="composite" presStyleCnt="0"/>
      <dgm:spPr/>
    </dgm:pt>
    <dgm:pt modelId="{CFBB8EA0-9A4A-4F10-9B36-104B800E5FE7}" type="pres">
      <dgm:prSet presAssocID="{49FE7867-DC4F-4BC8-AABA-2441DBBD3114}" presName="imagSh" presStyleLbl="bgImgPlace1" presStyleIdx="4" presStyleCnt="5" custLinFactNeighborX="17210" custLinFactNeighborY="-39519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bel outline"/>
        </a:ext>
      </dgm:extLst>
    </dgm:pt>
    <dgm:pt modelId="{624140EB-0E75-4F36-AC92-ABD70D00866B}" type="pres">
      <dgm:prSet presAssocID="{49FE7867-DC4F-4BC8-AABA-2441DBBD3114}" presName="txNode" presStyleLbl="node1" presStyleIdx="4" presStyleCnt="5">
        <dgm:presLayoutVars>
          <dgm:bulletEnabled val="1"/>
        </dgm:presLayoutVars>
      </dgm:prSet>
      <dgm:spPr/>
    </dgm:pt>
  </dgm:ptLst>
  <dgm:cxnLst>
    <dgm:cxn modelId="{5426680A-8935-4265-ABFB-C3AD0D0C348B}" srcId="{BCA9D404-915E-4EB5-88ED-E50EF8038523}" destId="{0ED707E7-F5C1-47DF-91F8-4F1FBDD1EE82}" srcOrd="2" destOrd="0" parTransId="{32BBE08E-797A-4C3B-A361-80D6CD5F3C95}" sibTransId="{54037797-61D2-47CD-B725-88575E0E514A}"/>
    <dgm:cxn modelId="{ECC69E0E-E923-44F4-BC5E-BBD98201D3A7}" type="presOf" srcId="{A29EE829-9726-442D-B231-85E0EAE0D8A4}" destId="{4C7E444C-97C0-4A2B-B12C-89ADEEF0E305}" srcOrd="1" destOrd="0" presId="urn:microsoft.com/office/officeart/2005/8/layout/hProcess10"/>
    <dgm:cxn modelId="{4677C914-83AD-47CA-B570-E0B96AB30BD2}" type="presOf" srcId="{035B280B-B47B-445D-8C0F-1F6BA65F13C0}" destId="{193FA792-36EE-4CBB-A632-52BB282E982D}" srcOrd="0" destOrd="0" presId="urn:microsoft.com/office/officeart/2005/8/layout/hProcess10"/>
    <dgm:cxn modelId="{FD152916-9310-4B1C-AFFB-546CA44185EC}" type="presOf" srcId="{A29EE829-9726-442D-B231-85E0EAE0D8A4}" destId="{14E14E61-4BD5-4927-88A9-FC7BF2DAE4D2}" srcOrd="0" destOrd="0" presId="urn:microsoft.com/office/officeart/2005/8/layout/hProcess10"/>
    <dgm:cxn modelId="{327A0636-79C8-44BA-9981-8661BB90E2AC}" type="presOf" srcId="{AD0886B7-A532-47E7-B004-4417ACD5E1A2}" destId="{5D989B58-4180-4DDA-BBFD-507BC9629810}" srcOrd="0" destOrd="0" presId="urn:microsoft.com/office/officeart/2005/8/layout/hProcess10"/>
    <dgm:cxn modelId="{A924753A-1085-424A-8151-010AB0346508}" type="presOf" srcId="{49FE7867-DC4F-4BC8-AABA-2441DBBD3114}" destId="{624140EB-0E75-4F36-AC92-ABD70D00866B}" srcOrd="0" destOrd="0" presId="urn:microsoft.com/office/officeart/2005/8/layout/hProcess10"/>
    <dgm:cxn modelId="{2469DA62-349E-448D-B91C-44292C9092A5}" srcId="{BCA9D404-915E-4EB5-88ED-E50EF8038523}" destId="{4924B903-84F0-4EAD-B55E-AD6F266A34DF}" srcOrd="0" destOrd="0" parTransId="{2E4093ED-06A9-4C02-8E0D-D13104FE529A}" sibTransId="{6428C9F3-9F66-4B1B-866F-C4D0578B536E}"/>
    <dgm:cxn modelId="{D7D35269-DF04-4797-B445-6E47DC2BAD8E}" type="presOf" srcId="{4924B903-84F0-4EAD-B55E-AD6F266A34DF}" destId="{47163D1D-4536-4208-ADA4-C5BAAE20ADFC}" srcOrd="0" destOrd="0" presId="urn:microsoft.com/office/officeart/2005/8/layout/hProcess10"/>
    <dgm:cxn modelId="{5E77C44B-ED22-4499-82CE-196C492816C6}" type="presOf" srcId="{63706C04-83B3-4E6F-97D2-C95017F032D0}" destId="{0F5060E7-895E-416A-A831-05EE344E979A}" srcOrd="0" destOrd="0" presId="urn:microsoft.com/office/officeart/2005/8/layout/hProcess10"/>
    <dgm:cxn modelId="{955CEF6E-79E8-47FA-843E-671E2036E898}" srcId="{BCA9D404-915E-4EB5-88ED-E50EF8038523}" destId="{63706C04-83B3-4E6F-97D2-C95017F032D0}" srcOrd="1" destOrd="0" parTransId="{2D1D8659-A9CA-469B-A2C1-89365623686E}" sibTransId="{A29EE829-9726-442D-B231-85E0EAE0D8A4}"/>
    <dgm:cxn modelId="{071E447C-6469-49FF-92EE-4F3CDC410F7A}" type="presOf" srcId="{BCA9D404-915E-4EB5-88ED-E50EF8038523}" destId="{41194271-6E06-4FCA-93D5-3B1654579595}" srcOrd="0" destOrd="0" presId="urn:microsoft.com/office/officeart/2005/8/layout/hProcess10"/>
    <dgm:cxn modelId="{D9662C98-1AF2-4827-991A-DBD9E5AC5D04}" type="presOf" srcId="{54037797-61D2-47CD-B725-88575E0E514A}" destId="{AC5C86A9-971A-4A00-B8E5-6206B80A0F3E}" srcOrd="0" destOrd="0" presId="urn:microsoft.com/office/officeart/2005/8/layout/hProcess10"/>
    <dgm:cxn modelId="{8B107BA2-2881-4E3C-B5ED-75B34133CD1C}" type="presOf" srcId="{AD0886B7-A532-47E7-B004-4417ACD5E1A2}" destId="{D637F843-CAEF-4C1A-8642-89A40EA666C7}" srcOrd="1" destOrd="0" presId="urn:microsoft.com/office/officeart/2005/8/layout/hProcess10"/>
    <dgm:cxn modelId="{3CCB58D4-F98E-413D-8C96-D60E079B1FC4}" type="presOf" srcId="{6428C9F3-9F66-4B1B-866F-C4D0578B536E}" destId="{2ADA75BF-C005-45DB-83F2-C0771FFD4CCC}" srcOrd="1" destOrd="0" presId="urn:microsoft.com/office/officeart/2005/8/layout/hProcess10"/>
    <dgm:cxn modelId="{723AD0DA-A59F-4916-9086-792E25B937ED}" type="presOf" srcId="{0ED707E7-F5C1-47DF-91F8-4F1FBDD1EE82}" destId="{BFAC139A-1936-4FC1-8B55-909C5816BBC3}" srcOrd="0" destOrd="0" presId="urn:microsoft.com/office/officeart/2005/8/layout/hProcess10"/>
    <dgm:cxn modelId="{0B3EE3E4-2926-48FE-8E58-9D57E8658B57}" srcId="{BCA9D404-915E-4EB5-88ED-E50EF8038523}" destId="{035B280B-B47B-445D-8C0F-1F6BA65F13C0}" srcOrd="3" destOrd="0" parTransId="{BE0E29CB-3FC3-4B99-AC6E-06C93EB25183}" sibTransId="{AD0886B7-A532-47E7-B004-4417ACD5E1A2}"/>
    <dgm:cxn modelId="{82FEB9F3-3023-4D6D-964E-2A95AB2A18D0}" type="presOf" srcId="{54037797-61D2-47CD-B725-88575E0E514A}" destId="{EE467B0E-08FD-4612-AB34-D3DF5B728DCC}" srcOrd="1" destOrd="0" presId="urn:microsoft.com/office/officeart/2005/8/layout/hProcess10"/>
    <dgm:cxn modelId="{7E28BEF4-3349-4696-8F30-CE97328422AD}" type="presOf" srcId="{6428C9F3-9F66-4B1B-866F-C4D0578B536E}" destId="{D954D772-D5D2-4FDA-818E-13A0F937201A}" srcOrd="0" destOrd="0" presId="urn:microsoft.com/office/officeart/2005/8/layout/hProcess10"/>
    <dgm:cxn modelId="{ED6F06FB-8976-4492-A5A8-49AD53FB44C4}" srcId="{BCA9D404-915E-4EB5-88ED-E50EF8038523}" destId="{49FE7867-DC4F-4BC8-AABA-2441DBBD3114}" srcOrd="4" destOrd="0" parTransId="{F2D5C25B-F34E-4D23-8350-3834D0F4D286}" sibTransId="{875AF043-C4E7-46AD-B275-0662D99A8E1E}"/>
    <dgm:cxn modelId="{310B1430-3E72-4828-8BC1-09B97D2ECCC0}" type="presParOf" srcId="{41194271-6E06-4FCA-93D5-3B1654579595}" destId="{BF19ACBF-B9BC-465E-89A2-B6338E988E3A}" srcOrd="0" destOrd="0" presId="urn:microsoft.com/office/officeart/2005/8/layout/hProcess10"/>
    <dgm:cxn modelId="{D67BBF13-6761-4DD1-9813-D5A7EB51263D}" type="presParOf" srcId="{BF19ACBF-B9BC-465E-89A2-B6338E988E3A}" destId="{046910E8-7EF0-4E21-8397-E1A9DC2CC79A}" srcOrd="0" destOrd="0" presId="urn:microsoft.com/office/officeart/2005/8/layout/hProcess10"/>
    <dgm:cxn modelId="{A05AC55E-D565-4C3A-A6B2-4CA3BFCD6913}" type="presParOf" srcId="{BF19ACBF-B9BC-465E-89A2-B6338E988E3A}" destId="{47163D1D-4536-4208-ADA4-C5BAAE20ADFC}" srcOrd="1" destOrd="0" presId="urn:microsoft.com/office/officeart/2005/8/layout/hProcess10"/>
    <dgm:cxn modelId="{EDCCF3F9-4C1B-42DC-A174-02BBDA580472}" type="presParOf" srcId="{41194271-6E06-4FCA-93D5-3B1654579595}" destId="{D954D772-D5D2-4FDA-818E-13A0F937201A}" srcOrd="1" destOrd="0" presId="urn:microsoft.com/office/officeart/2005/8/layout/hProcess10"/>
    <dgm:cxn modelId="{63F37BA9-F6BD-466A-8363-742581DFC79D}" type="presParOf" srcId="{D954D772-D5D2-4FDA-818E-13A0F937201A}" destId="{2ADA75BF-C005-45DB-83F2-C0771FFD4CCC}" srcOrd="0" destOrd="0" presId="urn:microsoft.com/office/officeart/2005/8/layout/hProcess10"/>
    <dgm:cxn modelId="{E7AB6175-9B78-4301-9EC9-D7A1A961DF37}" type="presParOf" srcId="{41194271-6E06-4FCA-93D5-3B1654579595}" destId="{B11D85AF-5345-47B1-823F-5C6AD287163C}" srcOrd="2" destOrd="0" presId="urn:microsoft.com/office/officeart/2005/8/layout/hProcess10"/>
    <dgm:cxn modelId="{EBF6C869-FFF6-459C-BEC4-6068CC32670B}" type="presParOf" srcId="{B11D85AF-5345-47B1-823F-5C6AD287163C}" destId="{971AD023-A5FB-4BC1-8BA8-5EF45BD32BAC}" srcOrd="0" destOrd="0" presId="urn:microsoft.com/office/officeart/2005/8/layout/hProcess10"/>
    <dgm:cxn modelId="{2A3C558D-3BC4-42BF-952E-61B5567755FD}" type="presParOf" srcId="{B11D85AF-5345-47B1-823F-5C6AD287163C}" destId="{0F5060E7-895E-416A-A831-05EE344E979A}" srcOrd="1" destOrd="0" presId="urn:microsoft.com/office/officeart/2005/8/layout/hProcess10"/>
    <dgm:cxn modelId="{09273147-6BA6-4033-B183-5F6F77D2E88B}" type="presParOf" srcId="{41194271-6E06-4FCA-93D5-3B1654579595}" destId="{14E14E61-4BD5-4927-88A9-FC7BF2DAE4D2}" srcOrd="3" destOrd="0" presId="urn:microsoft.com/office/officeart/2005/8/layout/hProcess10"/>
    <dgm:cxn modelId="{F7390A6D-E748-4C67-AB0A-41D3B89502E2}" type="presParOf" srcId="{14E14E61-4BD5-4927-88A9-FC7BF2DAE4D2}" destId="{4C7E444C-97C0-4A2B-B12C-89ADEEF0E305}" srcOrd="0" destOrd="0" presId="urn:microsoft.com/office/officeart/2005/8/layout/hProcess10"/>
    <dgm:cxn modelId="{705BA0B8-E2B2-4F13-9BC3-9AB257214D12}" type="presParOf" srcId="{41194271-6E06-4FCA-93D5-3B1654579595}" destId="{23AAD0D8-F626-4FA4-9B38-F70A21126DAB}" srcOrd="4" destOrd="0" presId="urn:microsoft.com/office/officeart/2005/8/layout/hProcess10"/>
    <dgm:cxn modelId="{32BC7B3D-4FC4-4DA3-8606-435B412D83C8}" type="presParOf" srcId="{23AAD0D8-F626-4FA4-9B38-F70A21126DAB}" destId="{6D18ED50-47E0-4263-B5DD-3FFCC323A31C}" srcOrd="0" destOrd="0" presId="urn:microsoft.com/office/officeart/2005/8/layout/hProcess10"/>
    <dgm:cxn modelId="{41FEE2C7-5592-4B8B-B71D-DDE3A5E28C76}" type="presParOf" srcId="{23AAD0D8-F626-4FA4-9B38-F70A21126DAB}" destId="{BFAC139A-1936-4FC1-8B55-909C5816BBC3}" srcOrd="1" destOrd="0" presId="urn:microsoft.com/office/officeart/2005/8/layout/hProcess10"/>
    <dgm:cxn modelId="{7E6CDF6E-8763-4382-98B6-1DB3549F377D}" type="presParOf" srcId="{41194271-6E06-4FCA-93D5-3B1654579595}" destId="{AC5C86A9-971A-4A00-B8E5-6206B80A0F3E}" srcOrd="5" destOrd="0" presId="urn:microsoft.com/office/officeart/2005/8/layout/hProcess10"/>
    <dgm:cxn modelId="{2DF03568-8CC1-4CA5-B504-7B75747E772E}" type="presParOf" srcId="{AC5C86A9-971A-4A00-B8E5-6206B80A0F3E}" destId="{EE467B0E-08FD-4612-AB34-D3DF5B728DCC}" srcOrd="0" destOrd="0" presId="urn:microsoft.com/office/officeart/2005/8/layout/hProcess10"/>
    <dgm:cxn modelId="{9AB8BE88-9AFF-43AD-B870-C00468A31511}" type="presParOf" srcId="{41194271-6E06-4FCA-93D5-3B1654579595}" destId="{1E1562D2-9410-477D-A7E0-E64C0ECE384A}" srcOrd="6" destOrd="0" presId="urn:microsoft.com/office/officeart/2005/8/layout/hProcess10"/>
    <dgm:cxn modelId="{A67864B5-8F7A-4AB5-875B-98C85D4A743A}" type="presParOf" srcId="{1E1562D2-9410-477D-A7E0-E64C0ECE384A}" destId="{487A1736-7A30-4EFC-B60A-A4B56C4866D6}" srcOrd="0" destOrd="0" presId="urn:microsoft.com/office/officeart/2005/8/layout/hProcess10"/>
    <dgm:cxn modelId="{93993356-8BED-48B3-A625-2AB9D98FFF9A}" type="presParOf" srcId="{1E1562D2-9410-477D-A7E0-E64C0ECE384A}" destId="{193FA792-36EE-4CBB-A632-52BB282E982D}" srcOrd="1" destOrd="0" presId="urn:microsoft.com/office/officeart/2005/8/layout/hProcess10"/>
    <dgm:cxn modelId="{0B4761FA-5514-4FB3-80F9-4CD5F1E56A04}" type="presParOf" srcId="{41194271-6E06-4FCA-93D5-3B1654579595}" destId="{5D989B58-4180-4DDA-BBFD-507BC9629810}" srcOrd="7" destOrd="0" presId="urn:microsoft.com/office/officeart/2005/8/layout/hProcess10"/>
    <dgm:cxn modelId="{239D147B-5176-4426-B379-8C816B8075FF}" type="presParOf" srcId="{5D989B58-4180-4DDA-BBFD-507BC9629810}" destId="{D637F843-CAEF-4C1A-8642-89A40EA666C7}" srcOrd="0" destOrd="0" presId="urn:microsoft.com/office/officeart/2005/8/layout/hProcess10"/>
    <dgm:cxn modelId="{6D24EAF8-9568-4673-9883-61B56EC56459}" type="presParOf" srcId="{41194271-6E06-4FCA-93D5-3B1654579595}" destId="{4C4B687F-596D-47B0-934A-4AAC73D46989}" srcOrd="8" destOrd="0" presId="urn:microsoft.com/office/officeart/2005/8/layout/hProcess10"/>
    <dgm:cxn modelId="{B9D2C2A3-E846-49DA-8348-36540947609F}" type="presParOf" srcId="{4C4B687F-596D-47B0-934A-4AAC73D46989}" destId="{CFBB8EA0-9A4A-4F10-9B36-104B800E5FE7}" srcOrd="0" destOrd="0" presId="urn:microsoft.com/office/officeart/2005/8/layout/hProcess10"/>
    <dgm:cxn modelId="{867FB11B-72A1-4E43-B90D-E25E4C3FD97F}" type="presParOf" srcId="{4C4B687F-596D-47B0-934A-4AAC73D46989}" destId="{624140EB-0E75-4F36-AC92-ABD70D00866B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4786AEB-EB9C-47B7-8526-4BA04D178318}" type="doc">
      <dgm:prSet loTypeId="urn:microsoft.com/office/officeart/2005/8/layout/hProcess10" loCatId="pictur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62987EF-BDFE-4992-82CB-EB7E5C1102C1}">
      <dgm:prSet/>
      <dgm:spPr/>
      <dgm:t>
        <a:bodyPr/>
        <a:lstStyle/>
        <a:p>
          <a:r>
            <a:rPr lang="en-US" b="0" i="0" baseline="0"/>
            <a:t>Chunkowanie notatek</a:t>
          </a:r>
          <a:endParaRPr lang="en-US"/>
        </a:p>
      </dgm:t>
    </dgm:pt>
    <dgm:pt modelId="{1F8D95C5-02B9-4204-9758-54D33A3F9E7C}" type="parTrans" cxnId="{B3BFBF9E-513F-443A-A537-79E7118B5596}">
      <dgm:prSet/>
      <dgm:spPr/>
      <dgm:t>
        <a:bodyPr/>
        <a:lstStyle/>
        <a:p>
          <a:endParaRPr lang="en-US"/>
        </a:p>
      </dgm:t>
    </dgm:pt>
    <dgm:pt modelId="{9C0D77A2-4A20-488E-86CF-368E5B9E31C1}" type="sibTrans" cxnId="{B3BFBF9E-513F-443A-A537-79E7118B5596}">
      <dgm:prSet/>
      <dgm:spPr/>
      <dgm:t>
        <a:bodyPr/>
        <a:lstStyle/>
        <a:p>
          <a:endParaRPr lang="en-US"/>
        </a:p>
      </dgm:t>
    </dgm:pt>
    <dgm:pt modelId="{538F68B5-2E39-47ED-B830-2CABC08F664E}">
      <dgm:prSet/>
      <dgm:spPr/>
      <dgm:t>
        <a:bodyPr/>
        <a:lstStyle/>
        <a:p>
          <a:r>
            <a:rPr lang="en-US" b="0" i="0" baseline="0"/>
            <a:t>Baza wektorowa: </a:t>
          </a:r>
          <a:r>
            <a:rPr lang="en-US" b="1" i="0" baseline="0"/>
            <a:t>ChromaDB</a:t>
          </a:r>
          <a:endParaRPr lang="en-US"/>
        </a:p>
      </dgm:t>
    </dgm:pt>
    <dgm:pt modelId="{DC1CAFDC-BC4D-4B70-A7CE-FCB6186E1904}" type="parTrans" cxnId="{64A3EDE9-152B-436E-8EB3-5D778DBA03F8}">
      <dgm:prSet/>
      <dgm:spPr/>
      <dgm:t>
        <a:bodyPr/>
        <a:lstStyle/>
        <a:p>
          <a:endParaRPr lang="en-US"/>
        </a:p>
      </dgm:t>
    </dgm:pt>
    <dgm:pt modelId="{ACDF3AC0-6291-4A25-8262-5D0F0C725980}" type="sibTrans" cxnId="{64A3EDE9-152B-436E-8EB3-5D778DBA03F8}">
      <dgm:prSet/>
      <dgm:spPr/>
      <dgm:t>
        <a:bodyPr/>
        <a:lstStyle/>
        <a:p>
          <a:endParaRPr lang="en-US"/>
        </a:p>
      </dgm:t>
    </dgm:pt>
    <dgm:pt modelId="{885C8AF0-A413-412E-9F7B-F6246FBE7F54}">
      <dgm:prSet/>
      <dgm:spPr/>
      <dgm:t>
        <a:bodyPr/>
        <a:lstStyle/>
        <a:p>
          <a:r>
            <a:rPr lang="en-US" b="0" i="0" baseline="0"/>
            <a:t>Wyszukiwanie semantyczne (cosine similarity)</a:t>
          </a:r>
          <a:endParaRPr lang="en-US"/>
        </a:p>
      </dgm:t>
    </dgm:pt>
    <dgm:pt modelId="{ED046ED6-E5D7-454E-B104-3E0E434350B5}" type="parTrans" cxnId="{C8654087-05DB-4427-8698-D9BA9D7B562B}">
      <dgm:prSet/>
      <dgm:spPr/>
      <dgm:t>
        <a:bodyPr/>
        <a:lstStyle/>
        <a:p>
          <a:endParaRPr lang="en-US"/>
        </a:p>
      </dgm:t>
    </dgm:pt>
    <dgm:pt modelId="{29784939-46F4-4ABB-B4ED-EE0B75BE5FD6}" type="sibTrans" cxnId="{C8654087-05DB-4427-8698-D9BA9D7B562B}">
      <dgm:prSet/>
      <dgm:spPr/>
      <dgm:t>
        <a:bodyPr/>
        <a:lstStyle/>
        <a:p>
          <a:endParaRPr lang="en-US"/>
        </a:p>
      </dgm:t>
    </dgm:pt>
    <dgm:pt modelId="{04CC48FC-E0BB-49DA-9099-25C3174F9D86}">
      <dgm:prSet/>
      <dgm:spPr/>
      <dgm:t>
        <a:bodyPr/>
        <a:lstStyle/>
        <a:p>
          <a:r>
            <a:rPr lang="en-US" b="0" i="0" baseline="0"/>
            <a:t>RAG:</a:t>
          </a:r>
          <a:endParaRPr lang="en-US"/>
        </a:p>
      </dgm:t>
    </dgm:pt>
    <dgm:pt modelId="{257302DD-782B-4797-B900-B50FB1407D0C}" type="parTrans" cxnId="{68913B7F-D37A-4704-A56F-21873DC7C1F7}">
      <dgm:prSet/>
      <dgm:spPr/>
      <dgm:t>
        <a:bodyPr/>
        <a:lstStyle/>
        <a:p>
          <a:endParaRPr lang="en-US"/>
        </a:p>
      </dgm:t>
    </dgm:pt>
    <dgm:pt modelId="{EB9B08A0-6C42-41B5-B30A-BB913EDBC47F}" type="sibTrans" cxnId="{68913B7F-D37A-4704-A56F-21873DC7C1F7}">
      <dgm:prSet/>
      <dgm:spPr/>
      <dgm:t>
        <a:bodyPr/>
        <a:lstStyle/>
        <a:p>
          <a:endParaRPr lang="en-US"/>
        </a:p>
      </dgm:t>
    </dgm:pt>
    <dgm:pt modelId="{F2C299ED-FF60-44BE-BC4B-D8ED8CF84CE5}">
      <dgm:prSet/>
      <dgm:spPr/>
      <dgm:t>
        <a:bodyPr/>
        <a:lstStyle/>
        <a:p>
          <a:r>
            <a:rPr lang="en-US" b="0" i="0" baseline="0"/>
            <a:t>retrieval kontekstu</a:t>
          </a:r>
          <a:endParaRPr lang="en-US"/>
        </a:p>
      </dgm:t>
    </dgm:pt>
    <dgm:pt modelId="{DF1EEF74-4BC9-4549-BBDA-BF4132D8AD09}" type="parTrans" cxnId="{7A4D9F6C-2521-4EFB-AD2F-E58D02AD2F12}">
      <dgm:prSet/>
      <dgm:spPr/>
      <dgm:t>
        <a:bodyPr/>
        <a:lstStyle/>
        <a:p>
          <a:endParaRPr lang="en-US"/>
        </a:p>
      </dgm:t>
    </dgm:pt>
    <dgm:pt modelId="{7037E01E-67D7-442D-B4D2-E1AAE937098F}" type="sibTrans" cxnId="{7A4D9F6C-2521-4EFB-AD2F-E58D02AD2F12}">
      <dgm:prSet/>
      <dgm:spPr/>
      <dgm:t>
        <a:bodyPr/>
        <a:lstStyle/>
        <a:p>
          <a:endParaRPr lang="en-US"/>
        </a:p>
      </dgm:t>
    </dgm:pt>
    <dgm:pt modelId="{65A56B0D-3F9C-4100-B7CA-53326EA7158D}">
      <dgm:prSet/>
      <dgm:spPr/>
      <dgm:t>
        <a:bodyPr/>
        <a:lstStyle/>
        <a:p>
          <a:r>
            <a:rPr lang="en-US" b="0" i="0" baseline="0"/>
            <a:t>generowanie odpowiedzi przez LLM</a:t>
          </a:r>
          <a:endParaRPr lang="en-US"/>
        </a:p>
      </dgm:t>
    </dgm:pt>
    <dgm:pt modelId="{B37C9AB5-D8AA-4DDB-9552-E5552567E08A}" type="parTrans" cxnId="{F92B569C-AF82-4750-9B9F-E147C4BB7DAB}">
      <dgm:prSet/>
      <dgm:spPr/>
      <dgm:t>
        <a:bodyPr/>
        <a:lstStyle/>
        <a:p>
          <a:endParaRPr lang="en-US"/>
        </a:p>
      </dgm:t>
    </dgm:pt>
    <dgm:pt modelId="{60913B80-5DBF-45CF-9B43-39AA7BD50D2B}" type="sibTrans" cxnId="{F92B569C-AF82-4750-9B9F-E147C4BB7DAB}">
      <dgm:prSet/>
      <dgm:spPr/>
      <dgm:t>
        <a:bodyPr/>
        <a:lstStyle/>
        <a:p>
          <a:endParaRPr lang="en-US"/>
        </a:p>
      </dgm:t>
    </dgm:pt>
    <dgm:pt modelId="{B3EB5CBF-6BC4-4AE8-80EC-17BFE1EF1C99}">
      <dgm:prSet/>
      <dgm:spPr/>
      <dgm:t>
        <a:bodyPr/>
        <a:lstStyle/>
        <a:p>
          <a:r>
            <a:rPr lang="en-US" b="1" i="0" baseline="0"/>
            <a:t>automatyczne cytowanie źródeł</a:t>
          </a:r>
          <a:endParaRPr lang="en-US"/>
        </a:p>
      </dgm:t>
    </dgm:pt>
    <dgm:pt modelId="{3B4D28F6-3742-4E7D-AF97-76332BA799A6}" type="parTrans" cxnId="{99BF928B-782C-4AE7-963E-464D9F867FA9}">
      <dgm:prSet/>
      <dgm:spPr/>
      <dgm:t>
        <a:bodyPr/>
        <a:lstStyle/>
        <a:p>
          <a:endParaRPr lang="en-US"/>
        </a:p>
      </dgm:t>
    </dgm:pt>
    <dgm:pt modelId="{65F2B1B0-84F8-4D0B-B3EF-1AC5FFD7A543}" type="sibTrans" cxnId="{99BF928B-782C-4AE7-963E-464D9F867FA9}">
      <dgm:prSet/>
      <dgm:spPr/>
      <dgm:t>
        <a:bodyPr/>
        <a:lstStyle/>
        <a:p>
          <a:endParaRPr lang="en-US"/>
        </a:p>
      </dgm:t>
    </dgm:pt>
    <dgm:pt modelId="{87B6019D-F2A9-4476-9F88-EE9E73401B7B}" type="pres">
      <dgm:prSet presAssocID="{04786AEB-EB9C-47B7-8526-4BA04D178318}" presName="Name0" presStyleCnt="0">
        <dgm:presLayoutVars>
          <dgm:dir/>
          <dgm:resizeHandles val="exact"/>
        </dgm:presLayoutVars>
      </dgm:prSet>
      <dgm:spPr/>
    </dgm:pt>
    <dgm:pt modelId="{39229D34-DA71-4615-804C-4DEC76118643}" type="pres">
      <dgm:prSet presAssocID="{562987EF-BDFE-4992-82CB-EB7E5C1102C1}" presName="composite" presStyleCnt="0"/>
      <dgm:spPr/>
    </dgm:pt>
    <dgm:pt modelId="{FCE47155-855E-4762-8BDB-930EE95546B0}" type="pres">
      <dgm:prSet presAssocID="{562987EF-BDFE-4992-82CB-EB7E5C1102C1}" presName="imagSh" presStyleLbl="bgImgPlace1" presStyleIdx="0" presStyleCnt="4" custLinFactNeighborX="16401" custLinFactNeighborY="-45569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lockchain outline"/>
        </a:ext>
      </dgm:extLst>
    </dgm:pt>
    <dgm:pt modelId="{64FDF6AA-C8F8-4CAF-A215-4703B7428D1F}" type="pres">
      <dgm:prSet presAssocID="{562987EF-BDFE-4992-82CB-EB7E5C1102C1}" presName="txNode" presStyleLbl="node1" presStyleIdx="0" presStyleCnt="4">
        <dgm:presLayoutVars>
          <dgm:bulletEnabled val="1"/>
        </dgm:presLayoutVars>
      </dgm:prSet>
      <dgm:spPr/>
    </dgm:pt>
    <dgm:pt modelId="{DD52D374-707B-485C-BB14-8349A2D807CA}" type="pres">
      <dgm:prSet presAssocID="{9C0D77A2-4A20-488E-86CF-368E5B9E31C1}" presName="sibTrans" presStyleLbl="sibTrans2D1" presStyleIdx="0" presStyleCnt="3"/>
      <dgm:spPr/>
    </dgm:pt>
    <dgm:pt modelId="{603C77F2-E3FD-4405-9370-6268F7FACBC5}" type="pres">
      <dgm:prSet presAssocID="{9C0D77A2-4A20-488E-86CF-368E5B9E31C1}" presName="connTx" presStyleLbl="sibTrans2D1" presStyleIdx="0" presStyleCnt="3"/>
      <dgm:spPr/>
    </dgm:pt>
    <dgm:pt modelId="{0DC1A4D9-F8D4-4542-84F8-0B8875757D50}" type="pres">
      <dgm:prSet presAssocID="{538F68B5-2E39-47ED-B830-2CABC08F664E}" presName="composite" presStyleCnt="0"/>
      <dgm:spPr/>
    </dgm:pt>
    <dgm:pt modelId="{75DA7AA8-2D61-4C9C-8917-BF43F01F33DE}" type="pres">
      <dgm:prSet presAssocID="{538F68B5-2E39-47ED-B830-2CABC08F664E}" presName="imagSh" presStyleLbl="bgImgPlace1" presStyleIdx="1" presStyleCnt="4" custLinFactNeighborX="18466" custLinFactNeighborY="-45569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 outline"/>
        </a:ext>
      </dgm:extLst>
    </dgm:pt>
    <dgm:pt modelId="{8034433C-B446-4050-BDD8-DCF4343E72D7}" type="pres">
      <dgm:prSet presAssocID="{538F68B5-2E39-47ED-B830-2CABC08F664E}" presName="txNode" presStyleLbl="node1" presStyleIdx="1" presStyleCnt="4">
        <dgm:presLayoutVars>
          <dgm:bulletEnabled val="1"/>
        </dgm:presLayoutVars>
      </dgm:prSet>
      <dgm:spPr/>
    </dgm:pt>
    <dgm:pt modelId="{E2641138-E15E-4DF6-9B5F-C5FFBCEAEA26}" type="pres">
      <dgm:prSet presAssocID="{ACDF3AC0-6291-4A25-8262-5D0F0C725980}" presName="sibTrans" presStyleLbl="sibTrans2D1" presStyleIdx="1" presStyleCnt="3"/>
      <dgm:spPr/>
    </dgm:pt>
    <dgm:pt modelId="{C76A3EE8-BAEC-46B3-8E65-A6DB7E7D1A5B}" type="pres">
      <dgm:prSet presAssocID="{ACDF3AC0-6291-4A25-8262-5D0F0C725980}" presName="connTx" presStyleLbl="sibTrans2D1" presStyleIdx="1" presStyleCnt="3"/>
      <dgm:spPr/>
    </dgm:pt>
    <dgm:pt modelId="{2D3901EC-5922-454F-A221-5FBE37278897}" type="pres">
      <dgm:prSet presAssocID="{885C8AF0-A413-412E-9F7B-F6246FBE7F54}" presName="composite" presStyleCnt="0"/>
      <dgm:spPr/>
    </dgm:pt>
    <dgm:pt modelId="{1AD76E1E-BB6D-42F1-9443-FB451C66A167}" type="pres">
      <dgm:prSet presAssocID="{885C8AF0-A413-412E-9F7B-F6246FBE7F54}" presName="imagSh" presStyleLbl="bgImgPlace1" presStyleIdx="2" presStyleCnt="4" custLinFactNeighborX="14875" custLinFactNeighborY="-45569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arch Inventory outline"/>
        </a:ext>
      </dgm:extLst>
    </dgm:pt>
    <dgm:pt modelId="{3A056120-8C14-4805-BDD1-8BA98B2101A9}" type="pres">
      <dgm:prSet presAssocID="{885C8AF0-A413-412E-9F7B-F6246FBE7F54}" presName="txNode" presStyleLbl="node1" presStyleIdx="2" presStyleCnt="4">
        <dgm:presLayoutVars>
          <dgm:bulletEnabled val="1"/>
        </dgm:presLayoutVars>
      </dgm:prSet>
      <dgm:spPr/>
    </dgm:pt>
    <dgm:pt modelId="{1A8D23AC-2FD1-4942-A462-50BC9663BBCD}" type="pres">
      <dgm:prSet presAssocID="{29784939-46F4-4ABB-B4ED-EE0B75BE5FD6}" presName="sibTrans" presStyleLbl="sibTrans2D1" presStyleIdx="2" presStyleCnt="3"/>
      <dgm:spPr/>
    </dgm:pt>
    <dgm:pt modelId="{5FF19B2C-DC4C-42BC-85E3-D0AC9F611484}" type="pres">
      <dgm:prSet presAssocID="{29784939-46F4-4ABB-B4ED-EE0B75BE5FD6}" presName="connTx" presStyleLbl="sibTrans2D1" presStyleIdx="2" presStyleCnt="3"/>
      <dgm:spPr/>
    </dgm:pt>
    <dgm:pt modelId="{81E142F9-DFA8-4A3D-8D96-E9C8B022EA00}" type="pres">
      <dgm:prSet presAssocID="{04CC48FC-E0BB-49DA-9099-25C3174F9D86}" presName="composite" presStyleCnt="0"/>
      <dgm:spPr/>
    </dgm:pt>
    <dgm:pt modelId="{569776C7-0A17-49F1-89F4-04C0F63281E7}" type="pres">
      <dgm:prSet presAssocID="{04CC48FC-E0BB-49DA-9099-25C3174F9D86}" presName="imagSh" presStyleLbl="bgImgPlace1" presStyleIdx="3" presStyleCnt="4" custLinFactNeighborX="16356" custLinFactNeighborY="-45569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ternet Of Things outline"/>
        </a:ext>
      </dgm:extLst>
    </dgm:pt>
    <dgm:pt modelId="{A8327DAE-D7EC-489C-B97A-206ED34E2D94}" type="pres">
      <dgm:prSet presAssocID="{04CC48FC-E0BB-49DA-9099-25C3174F9D86}" presName="txNode" presStyleLbl="node1" presStyleIdx="3" presStyleCnt="4">
        <dgm:presLayoutVars>
          <dgm:bulletEnabled val="1"/>
        </dgm:presLayoutVars>
      </dgm:prSet>
      <dgm:spPr/>
    </dgm:pt>
  </dgm:ptLst>
  <dgm:cxnLst>
    <dgm:cxn modelId="{F36BD203-5998-45F8-B076-D7456DA36D9F}" type="presOf" srcId="{562987EF-BDFE-4992-82CB-EB7E5C1102C1}" destId="{64FDF6AA-C8F8-4CAF-A215-4703B7428D1F}" srcOrd="0" destOrd="0" presId="urn:microsoft.com/office/officeart/2005/8/layout/hProcess10"/>
    <dgm:cxn modelId="{BEE2CE0B-7D2C-48E5-9DA4-F84F131DECD3}" type="presOf" srcId="{65A56B0D-3F9C-4100-B7CA-53326EA7158D}" destId="{A8327DAE-D7EC-489C-B97A-206ED34E2D94}" srcOrd="0" destOrd="2" presId="urn:microsoft.com/office/officeart/2005/8/layout/hProcess10"/>
    <dgm:cxn modelId="{9579F711-AF12-4009-8161-BEE5E406FA00}" type="presOf" srcId="{9C0D77A2-4A20-488E-86CF-368E5B9E31C1}" destId="{603C77F2-E3FD-4405-9370-6268F7FACBC5}" srcOrd="1" destOrd="0" presId="urn:microsoft.com/office/officeart/2005/8/layout/hProcess10"/>
    <dgm:cxn modelId="{720B0921-D9A8-4389-8B31-A7D2FC096071}" type="presOf" srcId="{F2C299ED-FF60-44BE-BC4B-D8ED8CF84CE5}" destId="{A8327DAE-D7EC-489C-B97A-206ED34E2D94}" srcOrd="0" destOrd="1" presId="urn:microsoft.com/office/officeart/2005/8/layout/hProcess10"/>
    <dgm:cxn modelId="{C2ABB225-FD1B-4126-89C3-42FEDE4963CD}" type="presOf" srcId="{04786AEB-EB9C-47B7-8526-4BA04D178318}" destId="{87B6019D-F2A9-4476-9F88-EE9E73401B7B}" srcOrd="0" destOrd="0" presId="urn:microsoft.com/office/officeart/2005/8/layout/hProcess10"/>
    <dgm:cxn modelId="{E4CD7C27-27DE-4FE6-9BF7-3642E4128C67}" type="presOf" srcId="{ACDF3AC0-6291-4A25-8262-5D0F0C725980}" destId="{E2641138-E15E-4DF6-9B5F-C5FFBCEAEA26}" srcOrd="0" destOrd="0" presId="urn:microsoft.com/office/officeart/2005/8/layout/hProcess10"/>
    <dgm:cxn modelId="{D5F39042-CC00-4065-8DF9-62052197DA48}" type="presOf" srcId="{ACDF3AC0-6291-4A25-8262-5D0F0C725980}" destId="{C76A3EE8-BAEC-46B3-8E65-A6DB7E7D1A5B}" srcOrd="1" destOrd="0" presId="urn:microsoft.com/office/officeart/2005/8/layout/hProcess10"/>
    <dgm:cxn modelId="{E7312A43-F17F-4F7E-8112-946F43D45757}" type="presOf" srcId="{29784939-46F4-4ABB-B4ED-EE0B75BE5FD6}" destId="{5FF19B2C-DC4C-42BC-85E3-D0AC9F611484}" srcOrd="1" destOrd="0" presId="urn:microsoft.com/office/officeart/2005/8/layout/hProcess10"/>
    <dgm:cxn modelId="{7A4D9F6C-2521-4EFB-AD2F-E58D02AD2F12}" srcId="{04CC48FC-E0BB-49DA-9099-25C3174F9D86}" destId="{F2C299ED-FF60-44BE-BC4B-D8ED8CF84CE5}" srcOrd="0" destOrd="0" parTransId="{DF1EEF74-4BC9-4549-BBDA-BF4132D8AD09}" sibTransId="{7037E01E-67D7-442D-B4D2-E1AAE937098F}"/>
    <dgm:cxn modelId="{A7773E4E-C7B6-4603-AD15-32429503B199}" type="presOf" srcId="{29784939-46F4-4ABB-B4ED-EE0B75BE5FD6}" destId="{1A8D23AC-2FD1-4942-A462-50BC9663BBCD}" srcOrd="0" destOrd="0" presId="urn:microsoft.com/office/officeart/2005/8/layout/hProcess10"/>
    <dgm:cxn modelId="{C0821358-0F3F-4908-B65B-C4D83C514E0A}" type="presOf" srcId="{885C8AF0-A413-412E-9F7B-F6246FBE7F54}" destId="{3A056120-8C14-4805-BDD1-8BA98B2101A9}" srcOrd="0" destOrd="0" presId="urn:microsoft.com/office/officeart/2005/8/layout/hProcess10"/>
    <dgm:cxn modelId="{04FCB87E-FE4A-4406-AC74-3E1615F7E67E}" type="presOf" srcId="{9C0D77A2-4A20-488E-86CF-368E5B9E31C1}" destId="{DD52D374-707B-485C-BB14-8349A2D807CA}" srcOrd="0" destOrd="0" presId="urn:microsoft.com/office/officeart/2005/8/layout/hProcess10"/>
    <dgm:cxn modelId="{68913B7F-D37A-4704-A56F-21873DC7C1F7}" srcId="{04786AEB-EB9C-47B7-8526-4BA04D178318}" destId="{04CC48FC-E0BB-49DA-9099-25C3174F9D86}" srcOrd="3" destOrd="0" parTransId="{257302DD-782B-4797-B900-B50FB1407D0C}" sibTransId="{EB9B08A0-6C42-41B5-B30A-BB913EDBC47F}"/>
    <dgm:cxn modelId="{D3A80984-4317-47FE-A5B3-100312588B5C}" type="presOf" srcId="{538F68B5-2E39-47ED-B830-2CABC08F664E}" destId="{8034433C-B446-4050-BDD8-DCF4343E72D7}" srcOrd="0" destOrd="0" presId="urn:microsoft.com/office/officeart/2005/8/layout/hProcess10"/>
    <dgm:cxn modelId="{C8654087-05DB-4427-8698-D9BA9D7B562B}" srcId="{04786AEB-EB9C-47B7-8526-4BA04D178318}" destId="{885C8AF0-A413-412E-9F7B-F6246FBE7F54}" srcOrd="2" destOrd="0" parTransId="{ED046ED6-E5D7-454E-B104-3E0E434350B5}" sibTransId="{29784939-46F4-4ABB-B4ED-EE0B75BE5FD6}"/>
    <dgm:cxn modelId="{99BF928B-782C-4AE7-963E-464D9F867FA9}" srcId="{04CC48FC-E0BB-49DA-9099-25C3174F9D86}" destId="{B3EB5CBF-6BC4-4AE8-80EC-17BFE1EF1C99}" srcOrd="2" destOrd="0" parTransId="{3B4D28F6-3742-4E7D-AF97-76332BA799A6}" sibTransId="{65F2B1B0-84F8-4D0B-B3EF-1AC5FFD7A543}"/>
    <dgm:cxn modelId="{F92B569C-AF82-4750-9B9F-E147C4BB7DAB}" srcId="{04CC48FC-E0BB-49DA-9099-25C3174F9D86}" destId="{65A56B0D-3F9C-4100-B7CA-53326EA7158D}" srcOrd="1" destOrd="0" parTransId="{B37C9AB5-D8AA-4DDB-9552-E5552567E08A}" sibTransId="{60913B80-5DBF-45CF-9B43-39AA7BD50D2B}"/>
    <dgm:cxn modelId="{B3BFBF9E-513F-443A-A537-79E7118B5596}" srcId="{04786AEB-EB9C-47B7-8526-4BA04D178318}" destId="{562987EF-BDFE-4992-82CB-EB7E5C1102C1}" srcOrd="0" destOrd="0" parTransId="{1F8D95C5-02B9-4204-9758-54D33A3F9E7C}" sibTransId="{9C0D77A2-4A20-488E-86CF-368E5B9E31C1}"/>
    <dgm:cxn modelId="{06A959B8-825B-4A6C-A344-4B2967328685}" type="presOf" srcId="{B3EB5CBF-6BC4-4AE8-80EC-17BFE1EF1C99}" destId="{A8327DAE-D7EC-489C-B97A-206ED34E2D94}" srcOrd="0" destOrd="3" presId="urn:microsoft.com/office/officeart/2005/8/layout/hProcess10"/>
    <dgm:cxn modelId="{2EE6A3D4-9E22-451F-8095-BC20C1CE7240}" type="presOf" srcId="{04CC48FC-E0BB-49DA-9099-25C3174F9D86}" destId="{A8327DAE-D7EC-489C-B97A-206ED34E2D94}" srcOrd="0" destOrd="0" presId="urn:microsoft.com/office/officeart/2005/8/layout/hProcess10"/>
    <dgm:cxn modelId="{64A3EDE9-152B-436E-8EB3-5D778DBA03F8}" srcId="{04786AEB-EB9C-47B7-8526-4BA04D178318}" destId="{538F68B5-2E39-47ED-B830-2CABC08F664E}" srcOrd="1" destOrd="0" parTransId="{DC1CAFDC-BC4D-4B70-A7CE-FCB6186E1904}" sibTransId="{ACDF3AC0-6291-4A25-8262-5D0F0C725980}"/>
    <dgm:cxn modelId="{E829F716-CB35-4E77-9854-7E85FE04FCF2}" type="presParOf" srcId="{87B6019D-F2A9-4476-9F88-EE9E73401B7B}" destId="{39229D34-DA71-4615-804C-4DEC76118643}" srcOrd="0" destOrd="0" presId="urn:microsoft.com/office/officeart/2005/8/layout/hProcess10"/>
    <dgm:cxn modelId="{4AAA86DF-3B58-4F20-A5A1-9FB28FC727E2}" type="presParOf" srcId="{39229D34-DA71-4615-804C-4DEC76118643}" destId="{FCE47155-855E-4762-8BDB-930EE95546B0}" srcOrd="0" destOrd="0" presId="urn:microsoft.com/office/officeart/2005/8/layout/hProcess10"/>
    <dgm:cxn modelId="{212EE7AC-DCF1-47C1-9BB6-31C53416091C}" type="presParOf" srcId="{39229D34-DA71-4615-804C-4DEC76118643}" destId="{64FDF6AA-C8F8-4CAF-A215-4703B7428D1F}" srcOrd="1" destOrd="0" presId="urn:microsoft.com/office/officeart/2005/8/layout/hProcess10"/>
    <dgm:cxn modelId="{FC6A4949-CE06-4302-8B20-7B86490E6B45}" type="presParOf" srcId="{87B6019D-F2A9-4476-9F88-EE9E73401B7B}" destId="{DD52D374-707B-485C-BB14-8349A2D807CA}" srcOrd="1" destOrd="0" presId="urn:microsoft.com/office/officeart/2005/8/layout/hProcess10"/>
    <dgm:cxn modelId="{D9BCCC8F-8818-4E60-BD1E-BFF72DD82066}" type="presParOf" srcId="{DD52D374-707B-485C-BB14-8349A2D807CA}" destId="{603C77F2-E3FD-4405-9370-6268F7FACBC5}" srcOrd="0" destOrd="0" presId="urn:microsoft.com/office/officeart/2005/8/layout/hProcess10"/>
    <dgm:cxn modelId="{0ABF990E-3401-4559-9AB7-5F4013CC654E}" type="presParOf" srcId="{87B6019D-F2A9-4476-9F88-EE9E73401B7B}" destId="{0DC1A4D9-F8D4-4542-84F8-0B8875757D50}" srcOrd="2" destOrd="0" presId="urn:microsoft.com/office/officeart/2005/8/layout/hProcess10"/>
    <dgm:cxn modelId="{20032046-DC8B-4585-83E7-7190C7136EDB}" type="presParOf" srcId="{0DC1A4D9-F8D4-4542-84F8-0B8875757D50}" destId="{75DA7AA8-2D61-4C9C-8917-BF43F01F33DE}" srcOrd="0" destOrd="0" presId="urn:microsoft.com/office/officeart/2005/8/layout/hProcess10"/>
    <dgm:cxn modelId="{C28FE743-151E-43D0-85A7-5D226885346A}" type="presParOf" srcId="{0DC1A4D9-F8D4-4542-84F8-0B8875757D50}" destId="{8034433C-B446-4050-BDD8-DCF4343E72D7}" srcOrd="1" destOrd="0" presId="urn:microsoft.com/office/officeart/2005/8/layout/hProcess10"/>
    <dgm:cxn modelId="{A9CB15E7-72F3-4110-9EBA-7D524CDAD32F}" type="presParOf" srcId="{87B6019D-F2A9-4476-9F88-EE9E73401B7B}" destId="{E2641138-E15E-4DF6-9B5F-C5FFBCEAEA26}" srcOrd="3" destOrd="0" presId="urn:microsoft.com/office/officeart/2005/8/layout/hProcess10"/>
    <dgm:cxn modelId="{01AB264D-9ACE-4BDD-896D-0DF9AB508876}" type="presParOf" srcId="{E2641138-E15E-4DF6-9B5F-C5FFBCEAEA26}" destId="{C76A3EE8-BAEC-46B3-8E65-A6DB7E7D1A5B}" srcOrd="0" destOrd="0" presId="urn:microsoft.com/office/officeart/2005/8/layout/hProcess10"/>
    <dgm:cxn modelId="{CF5FADB7-5074-4D2F-BAAD-EBEB902B0F5E}" type="presParOf" srcId="{87B6019D-F2A9-4476-9F88-EE9E73401B7B}" destId="{2D3901EC-5922-454F-A221-5FBE37278897}" srcOrd="4" destOrd="0" presId="urn:microsoft.com/office/officeart/2005/8/layout/hProcess10"/>
    <dgm:cxn modelId="{88B9D0B1-7B6C-48DD-BF0D-820B768FE677}" type="presParOf" srcId="{2D3901EC-5922-454F-A221-5FBE37278897}" destId="{1AD76E1E-BB6D-42F1-9443-FB451C66A167}" srcOrd="0" destOrd="0" presId="urn:microsoft.com/office/officeart/2005/8/layout/hProcess10"/>
    <dgm:cxn modelId="{980C453C-C6D5-4A51-A8CF-CC99D38893FD}" type="presParOf" srcId="{2D3901EC-5922-454F-A221-5FBE37278897}" destId="{3A056120-8C14-4805-BDD1-8BA98B2101A9}" srcOrd="1" destOrd="0" presId="urn:microsoft.com/office/officeart/2005/8/layout/hProcess10"/>
    <dgm:cxn modelId="{169773B1-4E18-4294-926D-43D86D7C6121}" type="presParOf" srcId="{87B6019D-F2A9-4476-9F88-EE9E73401B7B}" destId="{1A8D23AC-2FD1-4942-A462-50BC9663BBCD}" srcOrd="5" destOrd="0" presId="urn:microsoft.com/office/officeart/2005/8/layout/hProcess10"/>
    <dgm:cxn modelId="{005A0F85-F1B5-49F7-8A76-AA987744C554}" type="presParOf" srcId="{1A8D23AC-2FD1-4942-A462-50BC9663BBCD}" destId="{5FF19B2C-DC4C-42BC-85E3-D0AC9F611484}" srcOrd="0" destOrd="0" presId="urn:microsoft.com/office/officeart/2005/8/layout/hProcess10"/>
    <dgm:cxn modelId="{F82C9192-87C6-4BA6-BEC3-09F24E9A0012}" type="presParOf" srcId="{87B6019D-F2A9-4476-9F88-EE9E73401B7B}" destId="{81E142F9-DFA8-4A3D-8D96-E9C8B022EA00}" srcOrd="6" destOrd="0" presId="urn:microsoft.com/office/officeart/2005/8/layout/hProcess10"/>
    <dgm:cxn modelId="{08A83D2E-C042-488E-A487-93498A2FF741}" type="presParOf" srcId="{81E142F9-DFA8-4A3D-8D96-E9C8B022EA00}" destId="{569776C7-0A17-49F1-89F4-04C0F63281E7}" srcOrd="0" destOrd="0" presId="urn:microsoft.com/office/officeart/2005/8/layout/hProcess10"/>
    <dgm:cxn modelId="{1BFC3A92-24EB-4C6D-B052-5592EF9CB0BC}" type="presParOf" srcId="{81E142F9-DFA8-4A3D-8D96-E9C8B022EA00}" destId="{A8327DAE-D7EC-489C-B97A-206ED34E2D94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B354DCB-D6B2-4091-854A-BFE122F58B2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46ADE30-8790-4B85-A107-FEEB98A7CC87}">
      <dgm:prSet/>
      <dgm:spPr/>
      <dgm:t>
        <a:bodyPr/>
        <a:lstStyle/>
        <a:p>
          <a:r>
            <a:rPr lang="en-US" b="0" i="0" baseline="0"/>
            <a:t>Testy funkcjonalne wszystkich modułów</a:t>
          </a:r>
          <a:endParaRPr lang="en-US"/>
        </a:p>
      </dgm:t>
    </dgm:pt>
    <dgm:pt modelId="{4DBD4E3C-BF33-49EF-92A6-B1A5FFD8BD58}" type="parTrans" cxnId="{D79BD3FB-DDB5-40B0-BC23-084C65783468}">
      <dgm:prSet/>
      <dgm:spPr/>
      <dgm:t>
        <a:bodyPr/>
        <a:lstStyle/>
        <a:p>
          <a:endParaRPr lang="en-US"/>
        </a:p>
      </dgm:t>
    </dgm:pt>
    <dgm:pt modelId="{2AEF859E-71E0-42B9-BD89-DD9E6974D578}" type="sibTrans" cxnId="{D79BD3FB-DDB5-40B0-BC23-084C65783468}">
      <dgm:prSet/>
      <dgm:spPr/>
      <dgm:t>
        <a:bodyPr/>
        <a:lstStyle/>
        <a:p>
          <a:endParaRPr lang="en-US"/>
        </a:p>
      </dgm:t>
    </dgm:pt>
    <dgm:pt modelId="{25DCFDCF-F71C-4B3B-8E40-0EF256E3E793}">
      <dgm:prSet/>
      <dgm:spPr/>
      <dgm:t>
        <a:bodyPr/>
        <a:lstStyle/>
        <a:p>
          <a:r>
            <a:rPr lang="en-US" b="0" i="0" baseline="0"/>
            <a:t>Poprawne:</a:t>
          </a:r>
          <a:endParaRPr lang="en-US"/>
        </a:p>
      </dgm:t>
    </dgm:pt>
    <dgm:pt modelId="{E057B5D5-004B-4698-911A-18E05988C820}" type="parTrans" cxnId="{CDC98495-E2D0-4320-B76F-9A7A9C595828}">
      <dgm:prSet/>
      <dgm:spPr/>
      <dgm:t>
        <a:bodyPr/>
        <a:lstStyle/>
        <a:p>
          <a:endParaRPr lang="en-US"/>
        </a:p>
      </dgm:t>
    </dgm:pt>
    <dgm:pt modelId="{D691667B-1B37-4348-B520-1091AB6ED0EA}" type="sibTrans" cxnId="{CDC98495-E2D0-4320-B76F-9A7A9C595828}">
      <dgm:prSet/>
      <dgm:spPr/>
      <dgm:t>
        <a:bodyPr/>
        <a:lstStyle/>
        <a:p>
          <a:endParaRPr lang="en-US"/>
        </a:p>
      </dgm:t>
    </dgm:pt>
    <dgm:pt modelId="{79DCC4A1-A2B8-4BC5-B124-DA20B227065F}">
      <dgm:prSet/>
      <dgm:spPr/>
      <dgm:t>
        <a:bodyPr/>
        <a:lstStyle/>
        <a:p>
          <a:r>
            <a:rPr lang="en-US" b="0" i="0" baseline="0" dirty="0" err="1"/>
            <a:t>grupowanie</a:t>
          </a:r>
          <a:r>
            <a:rPr lang="en-US" b="0" i="0" baseline="0" dirty="0"/>
            <a:t> </a:t>
          </a:r>
          <a:r>
            <a:rPr lang="en-US" b="0" i="0" baseline="0" dirty="0" err="1"/>
            <a:t>notatek</a:t>
          </a:r>
          <a:endParaRPr lang="en-US" dirty="0"/>
        </a:p>
      </dgm:t>
    </dgm:pt>
    <dgm:pt modelId="{050CAB0F-6063-4266-A3F3-513EE700A6B6}" type="parTrans" cxnId="{969BDAA7-89D3-40DA-B704-E7542827ED42}">
      <dgm:prSet/>
      <dgm:spPr/>
      <dgm:t>
        <a:bodyPr/>
        <a:lstStyle/>
        <a:p>
          <a:endParaRPr lang="en-US"/>
        </a:p>
      </dgm:t>
    </dgm:pt>
    <dgm:pt modelId="{359774CA-E65F-4943-BB29-D709C923F775}" type="sibTrans" cxnId="{969BDAA7-89D3-40DA-B704-E7542827ED42}">
      <dgm:prSet/>
      <dgm:spPr/>
      <dgm:t>
        <a:bodyPr/>
        <a:lstStyle/>
        <a:p>
          <a:endParaRPr lang="en-US"/>
        </a:p>
      </dgm:t>
    </dgm:pt>
    <dgm:pt modelId="{5D5DA3A7-9542-4C5C-BEBB-AE7899793BE8}">
      <dgm:prSet/>
      <dgm:spPr/>
      <dgm:t>
        <a:bodyPr/>
        <a:lstStyle/>
        <a:p>
          <a:r>
            <a:rPr lang="en-US" b="0" i="0" baseline="0"/>
            <a:t>wyszukiwanie semantyczne</a:t>
          </a:r>
          <a:endParaRPr lang="en-US"/>
        </a:p>
      </dgm:t>
    </dgm:pt>
    <dgm:pt modelId="{8987E79B-11EC-44C3-A65C-23F21122D9D7}" type="parTrans" cxnId="{7AC87754-FBEF-47AA-B25C-5CB3E069EA69}">
      <dgm:prSet/>
      <dgm:spPr/>
      <dgm:t>
        <a:bodyPr/>
        <a:lstStyle/>
        <a:p>
          <a:endParaRPr lang="en-US"/>
        </a:p>
      </dgm:t>
    </dgm:pt>
    <dgm:pt modelId="{FDB6E580-1CE9-4B06-B13D-6EE2F2A2FF13}" type="sibTrans" cxnId="{7AC87754-FBEF-47AA-B25C-5CB3E069EA69}">
      <dgm:prSet/>
      <dgm:spPr/>
      <dgm:t>
        <a:bodyPr/>
        <a:lstStyle/>
        <a:p>
          <a:endParaRPr lang="en-US"/>
        </a:p>
      </dgm:t>
    </dgm:pt>
    <dgm:pt modelId="{D498AF6C-DB2F-4419-921A-0411B2F8A127}">
      <dgm:prSet/>
      <dgm:spPr/>
      <dgm:t>
        <a:bodyPr/>
        <a:lstStyle/>
        <a:p>
          <a:r>
            <a:rPr lang="en-US" b="0" i="0" baseline="0"/>
            <a:t>generowanie odpowiedzi</a:t>
          </a:r>
          <a:endParaRPr lang="en-US"/>
        </a:p>
      </dgm:t>
    </dgm:pt>
    <dgm:pt modelId="{27CF2D5E-28D8-489E-8F49-9F259580A85E}" type="parTrans" cxnId="{F47836D8-00A9-43C0-8598-94A29628C2D4}">
      <dgm:prSet/>
      <dgm:spPr/>
      <dgm:t>
        <a:bodyPr/>
        <a:lstStyle/>
        <a:p>
          <a:endParaRPr lang="en-US"/>
        </a:p>
      </dgm:t>
    </dgm:pt>
    <dgm:pt modelId="{A60871F1-3748-42ED-8018-92EB5AA61A33}" type="sibTrans" cxnId="{F47836D8-00A9-43C0-8598-94A29628C2D4}">
      <dgm:prSet/>
      <dgm:spPr/>
      <dgm:t>
        <a:bodyPr/>
        <a:lstStyle/>
        <a:p>
          <a:endParaRPr lang="en-US"/>
        </a:p>
      </dgm:t>
    </dgm:pt>
    <dgm:pt modelId="{75B73B4D-D259-4736-B5F3-E7A5E8E9B7D6}">
      <dgm:prSet/>
      <dgm:spPr/>
      <dgm:t>
        <a:bodyPr/>
        <a:lstStyle/>
        <a:p>
          <a:r>
            <a:rPr lang="en-US" b="0" i="0" baseline="0"/>
            <a:t>Spełnienie wymagań funkcjonalnych i niefunkcjonalnych</a:t>
          </a:r>
          <a:endParaRPr lang="en-US"/>
        </a:p>
      </dgm:t>
    </dgm:pt>
    <dgm:pt modelId="{DCB8225C-69BE-44B9-8C28-A2EC1DEB5580}" type="parTrans" cxnId="{8D4E96ED-8ACD-4669-A3A9-473598F26173}">
      <dgm:prSet/>
      <dgm:spPr/>
      <dgm:t>
        <a:bodyPr/>
        <a:lstStyle/>
        <a:p>
          <a:endParaRPr lang="en-US"/>
        </a:p>
      </dgm:t>
    </dgm:pt>
    <dgm:pt modelId="{4CEAC9CB-7AAE-416C-A66D-3877BE3C7CBC}" type="sibTrans" cxnId="{8D4E96ED-8ACD-4669-A3A9-473598F26173}">
      <dgm:prSet/>
      <dgm:spPr/>
      <dgm:t>
        <a:bodyPr/>
        <a:lstStyle/>
        <a:p>
          <a:endParaRPr lang="en-US"/>
        </a:p>
      </dgm:t>
    </dgm:pt>
    <dgm:pt modelId="{327560A0-EC1E-4390-894A-2F0930010BDD}">
      <dgm:prSet/>
      <dgm:spPr/>
      <dgm:t>
        <a:bodyPr/>
        <a:lstStyle/>
        <a:p>
          <a:r>
            <a:rPr lang="en-US" b="0" i="0" baseline="0"/>
            <a:t>System działa jako </a:t>
          </a:r>
          <a:r>
            <a:rPr lang="en-US" b="1" i="0" baseline="0"/>
            <a:t>funkcjonalny prototyp</a:t>
          </a:r>
          <a:endParaRPr lang="en-US"/>
        </a:p>
      </dgm:t>
    </dgm:pt>
    <dgm:pt modelId="{83D777F0-507C-410C-8BE0-DDEDE72D3FD2}" type="parTrans" cxnId="{03B2DECE-65EE-4180-8137-3CA5B0AF84CE}">
      <dgm:prSet/>
      <dgm:spPr/>
      <dgm:t>
        <a:bodyPr/>
        <a:lstStyle/>
        <a:p>
          <a:endParaRPr lang="en-US"/>
        </a:p>
      </dgm:t>
    </dgm:pt>
    <dgm:pt modelId="{DD509810-6BFA-40DE-978B-CB1063D853BB}" type="sibTrans" cxnId="{03B2DECE-65EE-4180-8137-3CA5B0AF84CE}">
      <dgm:prSet/>
      <dgm:spPr/>
      <dgm:t>
        <a:bodyPr/>
        <a:lstStyle/>
        <a:p>
          <a:endParaRPr lang="en-US"/>
        </a:p>
      </dgm:t>
    </dgm:pt>
    <dgm:pt modelId="{B117DA0A-66A5-4D7F-A52F-8642260C8B26}" type="pres">
      <dgm:prSet presAssocID="{EB354DCB-D6B2-4091-854A-BFE122F58B2F}" presName="linear" presStyleCnt="0">
        <dgm:presLayoutVars>
          <dgm:animLvl val="lvl"/>
          <dgm:resizeHandles val="exact"/>
        </dgm:presLayoutVars>
      </dgm:prSet>
      <dgm:spPr/>
    </dgm:pt>
    <dgm:pt modelId="{DB3E4C83-2A72-4E52-B49B-EC477F009B2D}" type="pres">
      <dgm:prSet presAssocID="{446ADE30-8790-4B85-A107-FEEB98A7CC8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E7FBBA6-F529-4481-96EE-BBAF79110FB2}" type="pres">
      <dgm:prSet presAssocID="{2AEF859E-71E0-42B9-BD89-DD9E6974D578}" presName="spacer" presStyleCnt="0"/>
      <dgm:spPr/>
    </dgm:pt>
    <dgm:pt modelId="{4888FE4D-770C-4E4D-8C0E-D072CABC53B6}" type="pres">
      <dgm:prSet presAssocID="{25DCFDCF-F71C-4B3B-8E40-0EF256E3E79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DC1D997-CF63-4C9E-B2EE-E85D2038BC9E}" type="pres">
      <dgm:prSet presAssocID="{25DCFDCF-F71C-4B3B-8E40-0EF256E3E793}" presName="childText" presStyleLbl="revTx" presStyleIdx="0" presStyleCnt="1">
        <dgm:presLayoutVars>
          <dgm:bulletEnabled val="1"/>
        </dgm:presLayoutVars>
      </dgm:prSet>
      <dgm:spPr/>
    </dgm:pt>
    <dgm:pt modelId="{D8F396D7-2E4A-4906-8B32-E096FCD3A527}" type="pres">
      <dgm:prSet presAssocID="{75B73B4D-D259-4736-B5F3-E7A5E8E9B7D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D2D51F7-91D4-4E1E-B47D-F79B03BB2F7C}" type="pres">
      <dgm:prSet presAssocID="{4CEAC9CB-7AAE-416C-A66D-3877BE3C7CBC}" presName="spacer" presStyleCnt="0"/>
      <dgm:spPr/>
    </dgm:pt>
    <dgm:pt modelId="{A8F3892B-6AD6-4718-B638-B4070A7F10F3}" type="pres">
      <dgm:prSet presAssocID="{327560A0-EC1E-4390-894A-2F0930010BD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26BEF1C-700A-4702-84BF-EE176CAE1350}" type="presOf" srcId="{D498AF6C-DB2F-4419-921A-0411B2F8A127}" destId="{8DC1D997-CF63-4C9E-B2EE-E85D2038BC9E}" srcOrd="0" destOrd="2" presId="urn:microsoft.com/office/officeart/2005/8/layout/vList2"/>
    <dgm:cxn modelId="{58B3262C-7FC8-4CCB-99A3-DF40A8C9F836}" type="presOf" srcId="{EB354DCB-D6B2-4091-854A-BFE122F58B2F}" destId="{B117DA0A-66A5-4D7F-A52F-8642260C8B26}" srcOrd="0" destOrd="0" presId="urn:microsoft.com/office/officeart/2005/8/layout/vList2"/>
    <dgm:cxn modelId="{653A3A40-3BC4-4714-8FFC-0094C2C41A26}" type="presOf" srcId="{75B73B4D-D259-4736-B5F3-E7A5E8E9B7D6}" destId="{D8F396D7-2E4A-4906-8B32-E096FCD3A527}" srcOrd="0" destOrd="0" presId="urn:microsoft.com/office/officeart/2005/8/layout/vList2"/>
    <dgm:cxn modelId="{1348324D-62A1-4095-9D16-B1928B9D51BD}" type="presOf" srcId="{327560A0-EC1E-4390-894A-2F0930010BDD}" destId="{A8F3892B-6AD6-4718-B638-B4070A7F10F3}" srcOrd="0" destOrd="0" presId="urn:microsoft.com/office/officeart/2005/8/layout/vList2"/>
    <dgm:cxn modelId="{7AC87754-FBEF-47AA-B25C-5CB3E069EA69}" srcId="{25DCFDCF-F71C-4B3B-8E40-0EF256E3E793}" destId="{5D5DA3A7-9542-4C5C-BEBB-AE7899793BE8}" srcOrd="1" destOrd="0" parTransId="{8987E79B-11EC-44C3-A65C-23F21122D9D7}" sibTransId="{FDB6E580-1CE9-4B06-B13D-6EE2F2A2FF13}"/>
    <dgm:cxn modelId="{40D87A84-EB96-42CF-82D4-697B5FA341FB}" type="presOf" srcId="{446ADE30-8790-4B85-A107-FEEB98A7CC87}" destId="{DB3E4C83-2A72-4E52-B49B-EC477F009B2D}" srcOrd="0" destOrd="0" presId="urn:microsoft.com/office/officeart/2005/8/layout/vList2"/>
    <dgm:cxn modelId="{CDC98495-E2D0-4320-B76F-9A7A9C595828}" srcId="{EB354DCB-D6B2-4091-854A-BFE122F58B2F}" destId="{25DCFDCF-F71C-4B3B-8E40-0EF256E3E793}" srcOrd="1" destOrd="0" parTransId="{E057B5D5-004B-4698-911A-18E05988C820}" sibTransId="{D691667B-1B37-4348-B520-1091AB6ED0EA}"/>
    <dgm:cxn modelId="{969BDAA7-89D3-40DA-B704-E7542827ED42}" srcId="{25DCFDCF-F71C-4B3B-8E40-0EF256E3E793}" destId="{79DCC4A1-A2B8-4BC5-B124-DA20B227065F}" srcOrd="0" destOrd="0" parTransId="{050CAB0F-6063-4266-A3F3-513EE700A6B6}" sibTransId="{359774CA-E65F-4943-BB29-D709C923F775}"/>
    <dgm:cxn modelId="{150F4AAA-9267-475A-AABA-DD80A657B0E0}" type="presOf" srcId="{5D5DA3A7-9542-4C5C-BEBB-AE7899793BE8}" destId="{8DC1D997-CF63-4C9E-B2EE-E85D2038BC9E}" srcOrd="0" destOrd="1" presId="urn:microsoft.com/office/officeart/2005/8/layout/vList2"/>
    <dgm:cxn modelId="{03B2DECE-65EE-4180-8137-3CA5B0AF84CE}" srcId="{EB354DCB-D6B2-4091-854A-BFE122F58B2F}" destId="{327560A0-EC1E-4390-894A-2F0930010BDD}" srcOrd="3" destOrd="0" parTransId="{83D777F0-507C-410C-8BE0-DDEDE72D3FD2}" sibTransId="{DD509810-6BFA-40DE-978B-CB1063D853BB}"/>
    <dgm:cxn modelId="{B718D7D4-DF79-4DFA-A723-D84ED053DFD3}" type="presOf" srcId="{79DCC4A1-A2B8-4BC5-B124-DA20B227065F}" destId="{8DC1D997-CF63-4C9E-B2EE-E85D2038BC9E}" srcOrd="0" destOrd="0" presId="urn:microsoft.com/office/officeart/2005/8/layout/vList2"/>
    <dgm:cxn modelId="{F47836D8-00A9-43C0-8598-94A29628C2D4}" srcId="{25DCFDCF-F71C-4B3B-8E40-0EF256E3E793}" destId="{D498AF6C-DB2F-4419-921A-0411B2F8A127}" srcOrd="2" destOrd="0" parTransId="{27CF2D5E-28D8-489E-8F49-9F259580A85E}" sibTransId="{A60871F1-3748-42ED-8018-92EB5AA61A33}"/>
    <dgm:cxn modelId="{1622EBE7-F125-44AB-8AA1-AF178E0D2E51}" type="presOf" srcId="{25DCFDCF-F71C-4B3B-8E40-0EF256E3E793}" destId="{4888FE4D-770C-4E4D-8C0E-D072CABC53B6}" srcOrd="0" destOrd="0" presId="urn:microsoft.com/office/officeart/2005/8/layout/vList2"/>
    <dgm:cxn modelId="{8D4E96ED-8ACD-4669-A3A9-473598F26173}" srcId="{EB354DCB-D6B2-4091-854A-BFE122F58B2F}" destId="{75B73B4D-D259-4736-B5F3-E7A5E8E9B7D6}" srcOrd="2" destOrd="0" parTransId="{DCB8225C-69BE-44B9-8C28-A2EC1DEB5580}" sibTransId="{4CEAC9CB-7AAE-416C-A66D-3877BE3C7CBC}"/>
    <dgm:cxn modelId="{D79BD3FB-DDB5-40B0-BC23-084C65783468}" srcId="{EB354DCB-D6B2-4091-854A-BFE122F58B2F}" destId="{446ADE30-8790-4B85-A107-FEEB98A7CC87}" srcOrd="0" destOrd="0" parTransId="{4DBD4E3C-BF33-49EF-92A6-B1A5FFD8BD58}" sibTransId="{2AEF859E-71E0-42B9-BD89-DD9E6974D578}"/>
    <dgm:cxn modelId="{8D701F5F-530B-4B53-B567-8E11336C677F}" type="presParOf" srcId="{B117DA0A-66A5-4D7F-A52F-8642260C8B26}" destId="{DB3E4C83-2A72-4E52-B49B-EC477F009B2D}" srcOrd="0" destOrd="0" presId="urn:microsoft.com/office/officeart/2005/8/layout/vList2"/>
    <dgm:cxn modelId="{78A2F59D-65AA-4CEB-A358-1038C2BBA6B3}" type="presParOf" srcId="{B117DA0A-66A5-4D7F-A52F-8642260C8B26}" destId="{4E7FBBA6-F529-4481-96EE-BBAF79110FB2}" srcOrd="1" destOrd="0" presId="urn:microsoft.com/office/officeart/2005/8/layout/vList2"/>
    <dgm:cxn modelId="{3415AED0-F0A2-4149-BB2F-2B79AF90868A}" type="presParOf" srcId="{B117DA0A-66A5-4D7F-A52F-8642260C8B26}" destId="{4888FE4D-770C-4E4D-8C0E-D072CABC53B6}" srcOrd="2" destOrd="0" presId="urn:microsoft.com/office/officeart/2005/8/layout/vList2"/>
    <dgm:cxn modelId="{57C5B957-0F00-4735-A1B3-720BA4CA1A2B}" type="presParOf" srcId="{B117DA0A-66A5-4D7F-A52F-8642260C8B26}" destId="{8DC1D997-CF63-4C9E-B2EE-E85D2038BC9E}" srcOrd="3" destOrd="0" presId="urn:microsoft.com/office/officeart/2005/8/layout/vList2"/>
    <dgm:cxn modelId="{8BFE0A7B-0C59-45AB-A6C2-75BC8238AA9A}" type="presParOf" srcId="{B117DA0A-66A5-4D7F-A52F-8642260C8B26}" destId="{D8F396D7-2E4A-4906-8B32-E096FCD3A527}" srcOrd="4" destOrd="0" presId="urn:microsoft.com/office/officeart/2005/8/layout/vList2"/>
    <dgm:cxn modelId="{7AC033F0-251D-44E3-8299-6E2DBC6E601D}" type="presParOf" srcId="{B117DA0A-66A5-4D7F-A52F-8642260C8B26}" destId="{5D2D51F7-91D4-4E1E-B47D-F79B03BB2F7C}" srcOrd="5" destOrd="0" presId="urn:microsoft.com/office/officeart/2005/8/layout/vList2"/>
    <dgm:cxn modelId="{DEB78EC6-421B-46A8-8ED8-4DF7F8B5E4A8}" type="presParOf" srcId="{B117DA0A-66A5-4D7F-A52F-8642260C8B26}" destId="{A8F3892B-6AD6-4718-B638-B4070A7F10F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6F39AA4-C419-48D6-B2AF-1B0ECA70DF2A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F763532-5268-4FC4-A6E0-EFC417137E21}">
      <dgm:prSet/>
      <dgm:spPr/>
      <dgm:t>
        <a:bodyPr/>
        <a:lstStyle/>
        <a:p>
          <a:r>
            <a:rPr lang="pl-PL" b="1"/>
            <a:t>Wnioski:</a:t>
          </a:r>
          <a:endParaRPr lang="en-US"/>
        </a:p>
      </dgm:t>
    </dgm:pt>
    <dgm:pt modelId="{57485211-3B51-49BE-B0E2-18EBCD0EE3B5}" type="parTrans" cxnId="{50BAA514-CDC1-4C2D-BBB7-BBBC4F2EB6F4}">
      <dgm:prSet/>
      <dgm:spPr/>
      <dgm:t>
        <a:bodyPr/>
        <a:lstStyle/>
        <a:p>
          <a:endParaRPr lang="en-US"/>
        </a:p>
      </dgm:t>
    </dgm:pt>
    <dgm:pt modelId="{FD3363D8-0E11-4BCB-8D72-F5718B6EA13B}" type="sibTrans" cxnId="{50BAA514-CDC1-4C2D-BBB7-BBBC4F2EB6F4}">
      <dgm:prSet/>
      <dgm:spPr/>
      <dgm:t>
        <a:bodyPr/>
        <a:lstStyle/>
        <a:p>
          <a:endParaRPr lang="en-US"/>
        </a:p>
      </dgm:t>
    </dgm:pt>
    <dgm:pt modelId="{885D8792-9B67-44B2-A6D5-20C6FDFF13E4}">
      <dgm:prSet/>
      <dgm:spPr/>
      <dgm:t>
        <a:bodyPr/>
        <a:lstStyle/>
        <a:p>
          <a:r>
            <a:rPr lang="pl-PL"/>
            <a:t>NLP i LLM realnie poprawiają zarządzanie wiedzą</a:t>
          </a:r>
          <a:endParaRPr lang="en-US"/>
        </a:p>
      </dgm:t>
    </dgm:pt>
    <dgm:pt modelId="{94F9D390-2FF3-44E6-9C2F-AF090BB8F407}" type="parTrans" cxnId="{8C947CEC-91DD-41DD-AA43-529336E3B9F7}">
      <dgm:prSet/>
      <dgm:spPr/>
      <dgm:t>
        <a:bodyPr/>
        <a:lstStyle/>
        <a:p>
          <a:endParaRPr lang="en-US"/>
        </a:p>
      </dgm:t>
    </dgm:pt>
    <dgm:pt modelId="{0D6E6C5E-6AE4-4731-9EAC-3541B096D3E9}" type="sibTrans" cxnId="{8C947CEC-91DD-41DD-AA43-529336E3B9F7}">
      <dgm:prSet/>
      <dgm:spPr/>
      <dgm:t>
        <a:bodyPr/>
        <a:lstStyle/>
        <a:p>
          <a:endParaRPr lang="en-US"/>
        </a:p>
      </dgm:t>
    </dgm:pt>
    <dgm:pt modelId="{69A8D1FA-0A97-4AE7-A78E-1DA006DF2D75}">
      <dgm:prSet/>
      <dgm:spPr/>
      <dgm:t>
        <a:bodyPr/>
        <a:lstStyle/>
        <a:p>
          <a:r>
            <a:rPr lang="pl-PL"/>
            <a:t>Automatyzacja organizacji notatek zmniejsza obciążenie użytkownika</a:t>
          </a:r>
          <a:endParaRPr lang="en-US"/>
        </a:p>
      </dgm:t>
    </dgm:pt>
    <dgm:pt modelId="{476C3060-FFFE-4612-860E-35B502D05E9B}" type="parTrans" cxnId="{3F4C6DB3-4BE7-42FF-BE5C-497DB4B5F657}">
      <dgm:prSet/>
      <dgm:spPr/>
      <dgm:t>
        <a:bodyPr/>
        <a:lstStyle/>
        <a:p>
          <a:endParaRPr lang="en-US"/>
        </a:p>
      </dgm:t>
    </dgm:pt>
    <dgm:pt modelId="{975C5556-D83A-4A1F-A707-02DEA9A431BF}" type="sibTrans" cxnId="{3F4C6DB3-4BE7-42FF-BE5C-497DB4B5F657}">
      <dgm:prSet/>
      <dgm:spPr/>
      <dgm:t>
        <a:bodyPr/>
        <a:lstStyle/>
        <a:p>
          <a:endParaRPr lang="en-US"/>
        </a:p>
      </dgm:t>
    </dgm:pt>
    <dgm:pt modelId="{187B1244-5D23-4951-91FD-7236C98ACF45}">
      <dgm:prSet/>
      <dgm:spPr/>
      <dgm:t>
        <a:bodyPr/>
        <a:lstStyle/>
        <a:p>
          <a:r>
            <a:rPr lang="pl-PL" b="1"/>
            <a:t>Dalszy rozwój:</a:t>
          </a:r>
          <a:endParaRPr lang="en-US"/>
        </a:p>
      </dgm:t>
    </dgm:pt>
    <dgm:pt modelId="{12737B3B-30BB-48C4-B20F-231D133E22C5}" type="parTrans" cxnId="{BDB25535-90D1-4D02-8161-63E36B2785D9}">
      <dgm:prSet/>
      <dgm:spPr/>
      <dgm:t>
        <a:bodyPr/>
        <a:lstStyle/>
        <a:p>
          <a:endParaRPr lang="en-US"/>
        </a:p>
      </dgm:t>
    </dgm:pt>
    <dgm:pt modelId="{7307E6A3-EB47-40A7-A67D-E3F9B30400A6}" type="sibTrans" cxnId="{BDB25535-90D1-4D02-8161-63E36B2785D9}">
      <dgm:prSet/>
      <dgm:spPr/>
      <dgm:t>
        <a:bodyPr/>
        <a:lstStyle/>
        <a:p>
          <a:endParaRPr lang="en-US"/>
        </a:p>
      </dgm:t>
    </dgm:pt>
    <dgm:pt modelId="{831F009F-2E50-4A09-9E76-F4FF4F490030}">
      <dgm:prSet/>
      <dgm:spPr/>
      <dgm:t>
        <a:bodyPr/>
        <a:lstStyle/>
        <a:p>
          <a:r>
            <a:rPr lang="pl-PL" dirty="0"/>
            <a:t>Generowanie grafów wiedzy</a:t>
          </a:r>
          <a:endParaRPr lang="en-US" dirty="0"/>
        </a:p>
      </dgm:t>
    </dgm:pt>
    <dgm:pt modelId="{13F3FCB0-9A7E-419D-B6DF-E156901D0F9A}" type="parTrans" cxnId="{C7FA6129-9E70-4698-A095-FEFC1735539D}">
      <dgm:prSet/>
      <dgm:spPr/>
      <dgm:t>
        <a:bodyPr/>
        <a:lstStyle/>
        <a:p>
          <a:endParaRPr lang="en-US"/>
        </a:p>
      </dgm:t>
    </dgm:pt>
    <dgm:pt modelId="{98EF8EF4-D1BD-4024-8A0B-1F6221F073BE}" type="sibTrans" cxnId="{C7FA6129-9E70-4698-A095-FEFC1735539D}">
      <dgm:prSet/>
      <dgm:spPr/>
      <dgm:t>
        <a:bodyPr/>
        <a:lstStyle/>
        <a:p>
          <a:endParaRPr lang="en-US"/>
        </a:p>
      </dgm:t>
    </dgm:pt>
    <dgm:pt modelId="{D638453B-A836-46FC-87C5-AE66CF9FA305}">
      <dgm:prSet/>
      <dgm:spPr/>
      <dgm:t>
        <a:bodyPr/>
        <a:lstStyle/>
        <a:p>
          <a:r>
            <a:rPr lang="pl-PL" dirty="0"/>
            <a:t>Skalowanie na duże zbiory danych</a:t>
          </a:r>
          <a:endParaRPr lang="en-US" dirty="0"/>
        </a:p>
      </dgm:t>
    </dgm:pt>
    <dgm:pt modelId="{AC6B2D7C-E886-4110-91A5-1BF42F44BAAF}" type="parTrans" cxnId="{8058F81D-497F-45A7-9443-06AA83D933B4}">
      <dgm:prSet/>
      <dgm:spPr/>
      <dgm:t>
        <a:bodyPr/>
        <a:lstStyle/>
        <a:p>
          <a:endParaRPr lang="en-US"/>
        </a:p>
      </dgm:t>
    </dgm:pt>
    <dgm:pt modelId="{2998C88E-5C00-49E2-8EE1-253C8386C614}" type="sibTrans" cxnId="{8058F81D-497F-45A7-9443-06AA83D933B4}">
      <dgm:prSet/>
      <dgm:spPr/>
      <dgm:t>
        <a:bodyPr/>
        <a:lstStyle/>
        <a:p>
          <a:endParaRPr lang="en-US"/>
        </a:p>
      </dgm:t>
    </dgm:pt>
    <dgm:pt modelId="{B3E155C8-EEBF-4AE3-A7B3-5EFA5F064F36}">
      <dgm:prSet/>
      <dgm:spPr/>
      <dgm:t>
        <a:bodyPr/>
        <a:lstStyle/>
        <a:p>
          <a:r>
            <a:rPr lang="pl-PL"/>
            <a:t>Tryb offline / lokalne modele</a:t>
          </a:r>
          <a:endParaRPr lang="en-US"/>
        </a:p>
      </dgm:t>
    </dgm:pt>
    <dgm:pt modelId="{712E283E-4B05-4482-91AC-E9EABDA421AC}" type="parTrans" cxnId="{A1A81874-1E9A-40C4-95CF-5F5C01A1127C}">
      <dgm:prSet/>
      <dgm:spPr/>
      <dgm:t>
        <a:bodyPr/>
        <a:lstStyle/>
        <a:p>
          <a:endParaRPr lang="en-US"/>
        </a:p>
      </dgm:t>
    </dgm:pt>
    <dgm:pt modelId="{AFBEF1CA-8E80-4C1A-A60C-0D11CDD8C899}" type="sibTrans" cxnId="{A1A81874-1E9A-40C4-95CF-5F5C01A1127C}">
      <dgm:prSet/>
      <dgm:spPr/>
      <dgm:t>
        <a:bodyPr/>
        <a:lstStyle/>
        <a:p>
          <a:endParaRPr lang="en-US"/>
        </a:p>
      </dgm:t>
    </dgm:pt>
    <dgm:pt modelId="{584AFC10-3CD4-46CA-8A60-5A3EF86A5034}" type="pres">
      <dgm:prSet presAssocID="{66F39AA4-C419-48D6-B2AF-1B0ECA70DF2A}" presName="linear" presStyleCnt="0">
        <dgm:presLayoutVars>
          <dgm:animLvl val="lvl"/>
          <dgm:resizeHandles val="exact"/>
        </dgm:presLayoutVars>
      </dgm:prSet>
      <dgm:spPr/>
    </dgm:pt>
    <dgm:pt modelId="{4B839414-91C5-438F-80D2-1324667054C1}" type="pres">
      <dgm:prSet presAssocID="{5F763532-5268-4FC4-A6E0-EFC417137E2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63F0932-30DF-497A-8699-68D50A1B18B2}" type="pres">
      <dgm:prSet presAssocID="{5F763532-5268-4FC4-A6E0-EFC417137E21}" presName="childText" presStyleLbl="revTx" presStyleIdx="0" presStyleCnt="2">
        <dgm:presLayoutVars>
          <dgm:bulletEnabled val="1"/>
        </dgm:presLayoutVars>
      </dgm:prSet>
      <dgm:spPr/>
    </dgm:pt>
    <dgm:pt modelId="{245409D4-8881-4842-8E95-BF220B5CC4CA}" type="pres">
      <dgm:prSet presAssocID="{187B1244-5D23-4951-91FD-7236C98ACF4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22FEC61-AEB5-45D2-B3D0-CEBF2DE1F337}" type="pres">
      <dgm:prSet presAssocID="{187B1244-5D23-4951-91FD-7236C98ACF45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2F5D8006-E9B4-43F4-AD01-4579F19F4727}" type="presOf" srcId="{187B1244-5D23-4951-91FD-7236C98ACF45}" destId="{245409D4-8881-4842-8E95-BF220B5CC4CA}" srcOrd="0" destOrd="0" presId="urn:microsoft.com/office/officeart/2005/8/layout/vList2"/>
    <dgm:cxn modelId="{50BAA514-CDC1-4C2D-BBB7-BBBC4F2EB6F4}" srcId="{66F39AA4-C419-48D6-B2AF-1B0ECA70DF2A}" destId="{5F763532-5268-4FC4-A6E0-EFC417137E21}" srcOrd="0" destOrd="0" parTransId="{57485211-3B51-49BE-B0E2-18EBCD0EE3B5}" sibTransId="{FD3363D8-0E11-4BCB-8D72-F5718B6EA13B}"/>
    <dgm:cxn modelId="{8058F81D-497F-45A7-9443-06AA83D933B4}" srcId="{187B1244-5D23-4951-91FD-7236C98ACF45}" destId="{D638453B-A836-46FC-87C5-AE66CF9FA305}" srcOrd="1" destOrd="0" parTransId="{AC6B2D7C-E886-4110-91A5-1BF42F44BAAF}" sibTransId="{2998C88E-5C00-49E2-8EE1-253C8386C614}"/>
    <dgm:cxn modelId="{C7FA6129-9E70-4698-A095-FEFC1735539D}" srcId="{187B1244-5D23-4951-91FD-7236C98ACF45}" destId="{831F009F-2E50-4A09-9E76-F4FF4F490030}" srcOrd="0" destOrd="0" parTransId="{13F3FCB0-9A7E-419D-B6DF-E156901D0F9A}" sibTransId="{98EF8EF4-D1BD-4024-8A0B-1F6221F073BE}"/>
    <dgm:cxn modelId="{BDB25535-90D1-4D02-8161-63E36B2785D9}" srcId="{66F39AA4-C419-48D6-B2AF-1B0ECA70DF2A}" destId="{187B1244-5D23-4951-91FD-7236C98ACF45}" srcOrd="1" destOrd="0" parTransId="{12737B3B-30BB-48C4-B20F-231D133E22C5}" sibTransId="{7307E6A3-EB47-40A7-A67D-E3F9B30400A6}"/>
    <dgm:cxn modelId="{50837D3D-ABA1-4927-A4EB-3252CBB9E2E5}" type="presOf" srcId="{831F009F-2E50-4A09-9E76-F4FF4F490030}" destId="{522FEC61-AEB5-45D2-B3D0-CEBF2DE1F337}" srcOrd="0" destOrd="0" presId="urn:microsoft.com/office/officeart/2005/8/layout/vList2"/>
    <dgm:cxn modelId="{60C5144E-FA95-48A6-A35B-44CB6B70216C}" type="presOf" srcId="{69A8D1FA-0A97-4AE7-A78E-1DA006DF2D75}" destId="{263F0932-30DF-497A-8699-68D50A1B18B2}" srcOrd="0" destOrd="1" presId="urn:microsoft.com/office/officeart/2005/8/layout/vList2"/>
    <dgm:cxn modelId="{A1A81874-1E9A-40C4-95CF-5F5C01A1127C}" srcId="{187B1244-5D23-4951-91FD-7236C98ACF45}" destId="{B3E155C8-EEBF-4AE3-A7B3-5EFA5F064F36}" srcOrd="2" destOrd="0" parTransId="{712E283E-4B05-4482-91AC-E9EABDA421AC}" sibTransId="{AFBEF1CA-8E80-4C1A-A60C-0D11CDD8C899}"/>
    <dgm:cxn modelId="{89BE7EA5-3858-4A4B-A990-01345833ABB3}" type="presOf" srcId="{885D8792-9B67-44B2-A6D5-20C6FDFF13E4}" destId="{263F0932-30DF-497A-8699-68D50A1B18B2}" srcOrd="0" destOrd="0" presId="urn:microsoft.com/office/officeart/2005/8/layout/vList2"/>
    <dgm:cxn modelId="{3F4C6DB3-4BE7-42FF-BE5C-497DB4B5F657}" srcId="{5F763532-5268-4FC4-A6E0-EFC417137E21}" destId="{69A8D1FA-0A97-4AE7-A78E-1DA006DF2D75}" srcOrd="1" destOrd="0" parTransId="{476C3060-FFFE-4612-860E-35B502D05E9B}" sibTransId="{975C5556-D83A-4A1F-A707-02DEA9A431BF}"/>
    <dgm:cxn modelId="{8C947CEC-91DD-41DD-AA43-529336E3B9F7}" srcId="{5F763532-5268-4FC4-A6E0-EFC417137E21}" destId="{885D8792-9B67-44B2-A6D5-20C6FDFF13E4}" srcOrd="0" destOrd="0" parTransId="{94F9D390-2FF3-44E6-9C2F-AF090BB8F407}" sibTransId="{0D6E6C5E-6AE4-4731-9EAC-3541B096D3E9}"/>
    <dgm:cxn modelId="{F33027F5-D973-466A-B573-D21A65036CD8}" type="presOf" srcId="{5F763532-5268-4FC4-A6E0-EFC417137E21}" destId="{4B839414-91C5-438F-80D2-1324667054C1}" srcOrd="0" destOrd="0" presId="urn:microsoft.com/office/officeart/2005/8/layout/vList2"/>
    <dgm:cxn modelId="{0854A0F6-F441-41D4-A547-620A5304343E}" type="presOf" srcId="{66F39AA4-C419-48D6-B2AF-1B0ECA70DF2A}" destId="{584AFC10-3CD4-46CA-8A60-5A3EF86A5034}" srcOrd="0" destOrd="0" presId="urn:microsoft.com/office/officeart/2005/8/layout/vList2"/>
    <dgm:cxn modelId="{98C468F9-06A2-4FD7-AC1C-4A8E233248C0}" type="presOf" srcId="{B3E155C8-EEBF-4AE3-A7B3-5EFA5F064F36}" destId="{522FEC61-AEB5-45D2-B3D0-CEBF2DE1F337}" srcOrd="0" destOrd="2" presId="urn:microsoft.com/office/officeart/2005/8/layout/vList2"/>
    <dgm:cxn modelId="{2AF23BFD-E031-4E1E-9ED4-5A485D7DB878}" type="presOf" srcId="{D638453B-A836-46FC-87C5-AE66CF9FA305}" destId="{522FEC61-AEB5-45D2-B3D0-CEBF2DE1F337}" srcOrd="0" destOrd="1" presId="urn:microsoft.com/office/officeart/2005/8/layout/vList2"/>
    <dgm:cxn modelId="{66940DD1-48E5-446B-A3BD-B21F116F8EAC}" type="presParOf" srcId="{584AFC10-3CD4-46CA-8A60-5A3EF86A5034}" destId="{4B839414-91C5-438F-80D2-1324667054C1}" srcOrd="0" destOrd="0" presId="urn:microsoft.com/office/officeart/2005/8/layout/vList2"/>
    <dgm:cxn modelId="{605A2643-D792-48A8-BF63-2ACCA1160DE7}" type="presParOf" srcId="{584AFC10-3CD4-46CA-8A60-5A3EF86A5034}" destId="{263F0932-30DF-497A-8699-68D50A1B18B2}" srcOrd="1" destOrd="0" presId="urn:microsoft.com/office/officeart/2005/8/layout/vList2"/>
    <dgm:cxn modelId="{02A051F6-B79B-4EB3-ADB4-0AA55D9C53C8}" type="presParOf" srcId="{584AFC10-3CD4-46CA-8A60-5A3EF86A5034}" destId="{245409D4-8881-4842-8E95-BF220B5CC4CA}" srcOrd="2" destOrd="0" presId="urn:microsoft.com/office/officeart/2005/8/layout/vList2"/>
    <dgm:cxn modelId="{CE59EA54-66BA-4AF3-9791-7B9C315164CA}" type="presParOf" srcId="{584AFC10-3CD4-46CA-8A60-5A3EF86A5034}" destId="{522FEC61-AEB5-45D2-B3D0-CEBF2DE1F33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30E757-28DB-4A88-8F51-7B6E2E9A0B3C}">
      <dsp:nvSpPr>
        <dsp:cNvPr id="0" name=""/>
        <dsp:cNvSpPr/>
      </dsp:nvSpPr>
      <dsp:spPr>
        <a:xfrm>
          <a:off x="0" y="806073"/>
          <a:ext cx="11284974" cy="71253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900" kern="1200"/>
            <a:t>Rosnąca liczba nieustrukturyzowanych notatek tekstowych</a:t>
          </a:r>
          <a:endParaRPr lang="en-US" sz="2900" kern="1200"/>
        </a:p>
      </dsp:txBody>
      <dsp:txXfrm>
        <a:off x="34783" y="840856"/>
        <a:ext cx="11215408" cy="642964"/>
      </dsp:txXfrm>
    </dsp:sp>
    <dsp:sp modelId="{DC12AA87-C32F-49A7-BFEA-420072105C30}">
      <dsp:nvSpPr>
        <dsp:cNvPr id="0" name=""/>
        <dsp:cNvSpPr/>
      </dsp:nvSpPr>
      <dsp:spPr>
        <a:xfrm>
          <a:off x="0" y="1602123"/>
          <a:ext cx="11284974" cy="712530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900" kern="1200"/>
            <a:t>Ręczna organizacja (foldery, tagi) jest kosztowna poznawczo</a:t>
          </a:r>
          <a:endParaRPr lang="en-US" sz="2900" kern="1200"/>
        </a:p>
      </dsp:txBody>
      <dsp:txXfrm>
        <a:off x="34783" y="1636906"/>
        <a:ext cx="11215408" cy="642964"/>
      </dsp:txXfrm>
    </dsp:sp>
    <dsp:sp modelId="{576A8597-CB5D-4E85-9299-AFB40640BC6F}">
      <dsp:nvSpPr>
        <dsp:cNvPr id="0" name=""/>
        <dsp:cNvSpPr/>
      </dsp:nvSpPr>
      <dsp:spPr>
        <a:xfrm>
          <a:off x="0" y="2398173"/>
          <a:ext cx="11284974" cy="712530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900" kern="1200"/>
            <a:t>Klasyczne wyszukiwanie = dopasowanie słów kluczowych</a:t>
          </a:r>
          <a:endParaRPr lang="en-US" sz="2900" kern="1200"/>
        </a:p>
      </dsp:txBody>
      <dsp:txXfrm>
        <a:off x="34783" y="2432956"/>
        <a:ext cx="11215408" cy="642964"/>
      </dsp:txXfrm>
    </dsp:sp>
    <dsp:sp modelId="{6F18E99C-FFAC-4ACF-B18B-8A23D78DA249}">
      <dsp:nvSpPr>
        <dsp:cNvPr id="0" name=""/>
        <dsp:cNvSpPr/>
      </dsp:nvSpPr>
      <dsp:spPr>
        <a:xfrm>
          <a:off x="0" y="3194223"/>
          <a:ext cx="11284974" cy="71253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900" kern="1200"/>
            <a:t>Brak systemów, które automatycznie organizują wiedzę użytkownika</a:t>
          </a:r>
          <a:endParaRPr lang="en-US" sz="2900" kern="1200"/>
        </a:p>
      </dsp:txBody>
      <dsp:txXfrm>
        <a:off x="34783" y="3229006"/>
        <a:ext cx="11215408" cy="6429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D7890C-530E-400D-A493-A03A2E5C43FA}">
      <dsp:nvSpPr>
        <dsp:cNvPr id="0" name=""/>
        <dsp:cNvSpPr/>
      </dsp:nvSpPr>
      <dsp:spPr>
        <a:xfrm>
          <a:off x="0" y="24308"/>
          <a:ext cx="10515600" cy="8845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600" kern="1200"/>
            <a:t>Cel:</a:t>
          </a:r>
          <a:endParaRPr lang="pl-PL" sz="3600" kern="1200">
            <a:latin typeface="Aptos Display" panose="020F0302020204030204"/>
          </a:endParaRPr>
        </a:p>
      </dsp:txBody>
      <dsp:txXfrm>
        <a:off x="43179" y="67487"/>
        <a:ext cx="10429242" cy="798162"/>
      </dsp:txXfrm>
    </dsp:sp>
    <dsp:sp modelId="{2DA1753E-F163-4771-9F86-9E928C2D0D0F}">
      <dsp:nvSpPr>
        <dsp:cNvPr id="0" name=""/>
        <dsp:cNvSpPr/>
      </dsp:nvSpPr>
      <dsp:spPr>
        <a:xfrm>
          <a:off x="0" y="908829"/>
          <a:ext cx="10515600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800" kern="1200"/>
            <a:t>Stworzenie systemu notatek wspieranego przez NLP i ML</a:t>
          </a:r>
        </a:p>
      </dsp:txBody>
      <dsp:txXfrm>
        <a:off x="0" y="908829"/>
        <a:ext cx="10515600" cy="596160"/>
      </dsp:txXfrm>
    </dsp:sp>
    <dsp:sp modelId="{DB684065-D57C-4BF7-B624-266BF5924AD2}">
      <dsp:nvSpPr>
        <dsp:cNvPr id="0" name=""/>
        <dsp:cNvSpPr/>
      </dsp:nvSpPr>
      <dsp:spPr>
        <a:xfrm>
          <a:off x="0" y="1504989"/>
          <a:ext cx="10515600" cy="88452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600" kern="1200"/>
            <a:t>Zakres:</a:t>
          </a:r>
        </a:p>
      </dsp:txBody>
      <dsp:txXfrm>
        <a:off x="43179" y="1548168"/>
        <a:ext cx="10429242" cy="798162"/>
      </dsp:txXfrm>
    </dsp:sp>
    <dsp:sp modelId="{5B832D27-1D70-4EE6-A493-DF8A152DCE30}">
      <dsp:nvSpPr>
        <dsp:cNvPr id="0" name=""/>
        <dsp:cNvSpPr/>
      </dsp:nvSpPr>
      <dsp:spPr>
        <a:xfrm>
          <a:off x="0" y="2389508"/>
          <a:ext cx="10515600" cy="1937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800" kern="1200"/>
            <a:t>Automatyczne grupowanie semantyczne notatek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800" kern="1200"/>
            <a:t>Wyszukiwanie semantyczne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800" kern="1200"/>
            <a:t>Generowanie odpowiedzi w architekturze RAG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800" kern="1200" err="1"/>
            <a:t>Backend</a:t>
          </a:r>
          <a:r>
            <a:rPr lang="pl-PL" sz="2800" kern="1200"/>
            <a:t> + </a:t>
          </a:r>
          <a:r>
            <a:rPr lang="pl-PL" sz="2800" kern="1200" err="1"/>
            <a:t>frontend</a:t>
          </a:r>
          <a:r>
            <a:rPr lang="pl-PL" sz="2800" kern="1200"/>
            <a:t> + integracja modeli ML</a:t>
          </a:r>
        </a:p>
      </dsp:txBody>
      <dsp:txXfrm>
        <a:off x="0" y="2389508"/>
        <a:ext cx="10515600" cy="19375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A86085-7647-4F65-AD83-3FC4E3A409BF}">
      <dsp:nvSpPr>
        <dsp:cNvPr id="0" name=""/>
        <dsp:cNvSpPr/>
      </dsp:nvSpPr>
      <dsp:spPr>
        <a:xfrm>
          <a:off x="2519" y="0"/>
          <a:ext cx="2641271" cy="446146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API:</a:t>
          </a:r>
          <a:r>
            <a:rPr lang="en-US" sz="1900" kern="1200" dirty="0"/>
            <a:t> </a:t>
          </a:r>
          <a:endParaRPr lang="pl-PL" sz="1900" kern="1200" dirty="0"/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 dirty="0"/>
            <a:t>Obsługa żądań klienta</a:t>
          </a:r>
          <a:endParaRPr lang="en-US" sz="1900" kern="1200" dirty="0"/>
        </a:p>
      </dsp:txBody>
      <dsp:txXfrm>
        <a:off x="2519" y="1784587"/>
        <a:ext cx="2641271" cy="1784587"/>
      </dsp:txXfrm>
    </dsp:sp>
    <dsp:sp modelId="{1577CF56-6592-467A-BB71-9ABB042D77F8}">
      <dsp:nvSpPr>
        <dsp:cNvPr id="0" name=""/>
        <dsp:cNvSpPr/>
      </dsp:nvSpPr>
      <dsp:spPr>
        <a:xfrm>
          <a:off x="580321" y="267688"/>
          <a:ext cx="1485668" cy="148566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D3E92E-51EE-4577-89FA-26AEA8259ACD}">
      <dsp:nvSpPr>
        <dsp:cNvPr id="0" name=""/>
        <dsp:cNvSpPr/>
      </dsp:nvSpPr>
      <dsp:spPr>
        <a:xfrm>
          <a:off x="2723029" y="0"/>
          <a:ext cx="2641271" cy="4461468"/>
        </a:xfrm>
        <a:prstGeom prst="roundRect">
          <a:avLst>
            <a:gd name="adj" fmla="val 10000"/>
          </a:avLst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 err="1"/>
            <a:t>Warstwa</a:t>
          </a:r>
          <a:r>
            <a:rPr lang="en-US" sz="1900" b="1" kern="1200" dirty="0"/>
            <a:t> </a:t>
          </a:r>
          <a:r>
            <a:rPr lang="en-US" sz="1900" b="1" kern="1200" dirty="0" err="1"/>
            <a:t>aplikacyjna</a:t>
          </a:r>
          <a:r>
            <a:rPr lang="en-US" sz="1900" b="1" kern="1200" dirty="0"/>
            <a:t>:</a:t>
          </a:r>
          <a:endParaRPr lang="pl-PL" sz="1900" b="1" kern="1200" dirty="0"/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 dirty="0"/>
            <a:t>Logika biznesowa i koordynacja przepływu danych</a:t>
          </a:r>
          <a:endParaRPr lang="en-US" sz="1900" kern="1200" dirty="0"/>
        </a:p>
      </dsp:txBody>
      <dsp:txXfrm>
        <a:off x="2723029" y="1784587"/>
        <a:ext cx="2641271" cy="1784587"/>
      </dsp:txXfrm>
    </dsp:sp>
    <dsp:sp modelId="{EF3809D8-1079-421E-A24C-4EB7AE8F144B}">
      <dsp:nvSpPr>
        <dsp:cNvPr id="0" name=""/>
        <dsp:cNvSpPr/>
      </dsp:nvSpPr>
      <dsp:spPr>
        <a:xfrm>
          <a:off x="3300830" y="267688"/>
          <a:ext cx="1485668" cy="1485668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C7E898-621E-4498-B37E-581B4E863552}">
      <dsp:nvSpPr>
        <dsp:cNvPr id="0" name=""/>
        <dsp:cNvSpPr/>
      </dsp:nvSpPr>
      <dsp:spPr>
        <a:xfrm>
          <a:off x="5443539" y="0"/>
          <a:ext cx="2641271" cy="4461468"/>
        </a:xfrm>
        <a:prstGeom prst="roundRect">
          <a:avLst>
            <a:gd name="adj" fmla="val 10000"/>
          </a:avLst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Domena: </a:t>
          </a:r>
          <a:endParaRPr lang="pl-PL" sz="1900" b="1" kern="1200" dirty="0"/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 dirty="0"/>
            <a:t>Definicja modeli i interfejsów systemu</a:t>
          </a:r>
          <a:endParaRPr lang="en-US" sz="1900" kern="1200" dirty="0"/>
        </a:p>
      </dsp:txBody>
      <dsp:txXfrm>
        <a:off x="5443539" y="1784587"/>
        <a:ext cx="2641271" cy="1784587"/>
      </dsp:txXfrm>
    </dsp:sp>
    <dsp:sp modelId="{D326D106-39F6-4C6D-B3CA-A584AF62E7E4}">
      <dsp:nvSpPr>
        <dsp:cNvPr id="0" name=""/>
        <dsp:cNvSpPr/>
      </dsp:nvSpPr>
      <dsp:spPr>
        <a:xfrm>
          <a:off x="6021340" y="267688"/>
          <a:ext cx="1485668" cy="1485668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75CBD7-358E-4F40-9C7E-0DEAEC3D2EEB}">
      <dsp:nvSpPr>
        <dsp:cNvPr id="0" name=""/>
        <dsp:cNvSpPr/>
      </dsp:nvSpPr>
      <dsp:spPr>
        <a:xfrm>
          <a:off x="8164048" y="0"/>
          <a:ext cx="2641271" cy="4461468"/>
        </a:xfrm>
        <a:prstGeom prst="roundRect">
          <a:avLst>
            <a:gd name="adj" fmla="val 1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 err="1"/>
            <a:t>Infrastruktura</a:t>
          </a:r>
          <a:r>
            <a:rPr lang="en-US" sz="1900" b="1" kern="1200" dirty="0"/>
            <a:t>: </a:t>
          </a:r>
          <a:endParaRPr lang="pl-PL" sz="1900" b="1" kern="1200" dirty="0"/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 dirty="0"/>
            <a:t>Implementacja baz danych i modeli ML</a:t>
          </a:r>
          <a:endParaRPr lang="en-US" sz="1900" kern="1200" dirty="0"/>
        </a:p>
      </dsp:txBody>
      <dsp:txXfrm>
        <a:off x="8164048" y="1784587"/>
        <a:ext cx="2641271" cy="1784587"/>
      </dsp:txXfrm>
    </dsp:sp>
    <dsp:sp modelId="{5D4F6829-468D-44DB-9807-A95B31C87382}">
      <dsp:nvSpPr>
        <dsp:cNvPr id="0" name=""/>
        <dsp:cNvSpPr/>
      </dsp:nvSpPr>
      <dsp:spPr>
        <a:xfrm>
          <a:off x="8741849" y="267688"/>
          <a:ext cx="1485668" cy="1485668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5507F5-AC69-4F7F-B3A4-5C0B2BE58D5F}">
      <dsp:nvSpPr>
        <dsp:cNvPr id="0" name=""/>
        <dsp:cNvSpPr/>
      </dsp:nvSpPr>
      <dsp:spPr>
        <a:xfrm>
          <a:off x="432313" y="3569174"/>
          <a:ext cx="9943212" cy="669220"/>
        </a:xfrm>
        <a:prstGeom prst="left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6910E8-7EF0-4E21-8397-E1A9DC2CC79A}">
      <dsp:nvSpPr>
        <dsp:cNvPr id="0" name=""/>
        <dsp:cNvSpPr/>
      </dsp:nvSpPr>
      <dsp:spPr>
        <a:xfrm>
          <a:off x="252404" y="280536"/>
          <a:ext cx="1542553" cy="1542553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163D1D-4536-4208-ADA4-C5BAAE20ADFC}">
      <dsp:nvSpPr>
        <dsp:cNvPr id="0" name=""/>
        <dsp:cNvSpPr/>
      </dsp:nvSpPr>
      <dsp:spPr>
        <a:xfrm>
          <a:off x="257711" y="1825496"/>
          <a:ext cx="1542553" cy="154255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b="0" i="0" kern="1200" baseline="0" dirty="0"/>
            <a:t>Osadzenia</a:t>
          </a:r>
          <a:r>
            <a:rPr lang="en-US" sz="1600" b="0" i="0" kern="1200" baseline="0" dirty="0"/>
            <a:t>: </a:t>
          </a:r>
          <a:r>
            <a:rPr lang="en-US" sz="1600" b="1" i="0" kern="1200" baseline="0" dirty="0"/>
            <a:t>multilingual-e5-large</a:t>
          </a:r>
          <a:endParaRPr lang="en-US" sz="1600" kern="1200" dirty="0"/>
        </a:p>
      </dsp:txBody>
      <dsp:txXfrm>
        <a:off x="302891" y="1870676"/>
        <a:ext cx="1452193" cy="1452193"/>
      </dsp:txXfrm>
    </dsp:sp>
    <dsp:sp modelId="{D954D772-D5D2-4FDA-818E-13A0F937201A}">
      <dsp:nvSpPr>
        <dsp:cNvPr id="0" name=""/>
        <dsp:cNvSpPr/>
      </dsp:nvSpPr>
      <dsp:spPr>
        <a:xfrm>
          <a:off x="2092088" y="866485"/>
          <a:ext cx="297129" cy="3706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2092088" y="940616"/>
        <a:ext cx="207990" cy="222392"/>
      </dsp:txXfrm>
    </dsp:sp>
    <dsp:sp modelId="{971AD023-A5FB-4BC1-8BA8-5EF45BD32BAC}">
      <dsp:nvSpPr>
        <dsp:cNvPr id="0" name=""/>
        <dsp:cNvSpPr/>
      </dsp:nvSpPr>
      <dsp:spPr>
        <a:xfrm>
          <a:off x="2643900" y="280536"/>
          <a:ext cx="1542553" cy="1542553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5060E7-895E-416A-A831-05EE344E979A}">
      <dsp:nvSpPr>
        <dsp:cNvPr id="0" name=""/>
        <dsp:cNvSpPr/>
      </dsp:nvSpPr>
      <dsp:spPr>
        <a:xfrm>
          <a:off x="2649208" y="1825496"/>
          <a:ext cx="1542553" cy="1542553"/>
        </a:xfrm>
        <a:prstGeom prst="roundRect">
          <a:avLst>
            <a:gd name="adj" fmla="val 10000"/>
          </a:avLst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 err="1"/>
            <a:t>Redukcja</a:t>
          </a:r>
          <a:r>
            <a:rPr lang="en-US" sz="1600" b="0" i="0" kern="1200" baseline="0" dirty="0"/>
            <a:t> </a:t>
          </a:r>
          <a:r>
            <a:rPr lang="en-US" sz="1600" b="0" i="0" kern="1200" baseline="0" dirty="0" err="1"/>
            <a:t>wymiarowości</a:t>
          </a:r>
          <a:r>
            <a:rPr lang="en-US" sz="1600" b="0" i="0" kern="1200" baseline="0" dirty="0"/>
            <a:t>: </a:t>
          </a:r>
          <a:r>
            <a:rPr lang="en-US" sz="1600" b="1" i="0" kern="1200" baseline="0" dirty="0"/>
            <a:t>UMAP</a:t>
          </a:r>
          <a:endParaRPr lang="en-US" sz="1600" kern="1200" dirty="0"/>
        </a:p>
      </dsp:txBody>
      <dsp:txXfrm>
        <a:off x="2694388" y="1870676"/>
        <a:ext cx="1452193" cy="1452193"/>
      </dsp:txXfrm>
    </dsp:sp>
    <dsp:sp modelId="{14E14E61-4BD5-4927-88A9-FC7BF2DAE4D2}">
      <dsp:nvSpPr>
        <dsp:cNvPr id="0" name=""/>
        <dsp:cNvSpPr/>
      </dsp:nvSpPr>
      <dsp:spPr>
        <a:xfrm rot="21564710">
          <a:off x="4480132" y="854045"/>
          <a:ext cx="293700" cy="3706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4480134" y="928628"/>
        <a:ext cx="205590" cy="222392"/>
      </dsp:txXfrm>
    </dsp:sp>
    <dsp:sp modelId="{6D18ED50-47E0-4263-B5DD-3FFCC323A31C}">
      <dsp:nvSpPr>
        <dsp:cNvPr id="0" name=""/>
        <dsp:cNvSpPr/>
      </dsp:nvSpPr>
      <dsp:spPr>
        <a:xfrm>
          <a:off x="5025555" y="256086"/>
          <a:ext cx="1542553" cy="1542553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AC139A-1936-4FC1-8B55-909C5816BBC3}">
      <dsp:nvSpPr>
        <dsp:cNvPr id="0" name=""/>
        <dsp:cNvSpPr/>
      </dsp:nvSpPr>
      <dsp:spPr>
        <a:xfrm>
          <a:off x="5040704" y="1825496"/>
          <a:ext cx="1542553" cy="1542553"/>
        </a:xfrm>
        <a:prstGeom prst="roundRect">
          <a:avLst>
            <a:gd name="adj" fmla="val 10000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 err="1"/>
            <a:t>Klasteryzacja</a:t>
          </a:r>
          <a:r>
            <a:rPr lang="en-US" sz="1600" b="0" i="0" kern="1200" baseline="0" dirty="0"/>
            <a:t>: </a:t>
          </a:r>
          <a:r>
            <a:rPr lang="en-US" sz="1600" b="1" i="0" kern="1200" baseline="0" dirty="0"/>
            <a:t>HDBSCAN</a:t>
          </a:r>
          <a:endParaRPr lang="en-US" sz="1600" kern="1200" dirty="0"/>
        </a:p>
      </dsp:txBody>
      <dsp:txXfrm>
        <a:off x="5085884" y="1870676"/>
        <a:ext cx="1452193" cy="1452193"/>
      </dsp:txXfrm>
    </dsp:sp>
    <dsp:sp modelId="{AC5C86A9-971A-4A00-B8E5-6206B80A0F3E}">
      <dsp:nvSpPr>
        <dsp:cNvPr id="0" name=""/>
        <dsp:cNvSpPr/>
      </dsp:nvSpPr>
      <dsp:spPr>
        <a:xfrm rot="35001">
          <a:off x="6868676" y="854479"/>
          <a:ext cx="300590" cy="3706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868678" y="928151"/>
        <a:ext cx="210413" cy="222392"/>
      </dsp:txXfrm>
    </dsp:sp>
    <dsp:sp modelId="{487A1736-7A30-4EFC-B60A-A4B56C4866D6}">
      <dsp:nvSpPr>
        <dsp:cNvPr id="0" name=""/>
        <dsp:cNvSpPr/>
      </dsp:nvSpPr>
      <dsp:spPr>
        <a:xfrm>
          <a:off x="7426893" y="280536"/>
          <a:ext cx="1542553" cy="1542553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3FA792-36EE-4CBB-A632-52BB282E982D}">
      <dsp:nvSpPr>
        <dsp:cNvPr id="0" name=""/>
        <dsp:cNvSpPr/>
      </dsp:nvSpPr>
      <dsp:spPr>
        <a:xfrm>
          <a:off x="7432201" y="1825496"/>
          <a:ext cx="1542553" cy="1542553"/>
        </a:xfrm>
        <a:prstGeom prst="roundRect">
          <a:avLst>
            <a:gd name="adj" fmla="val 10000"/>
          </a:avLst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 err="1"/>
            <a:t>Automatyczne</a:t>
          </a:r>
          <a:r>
            <a:rPr lang="pl-PL" sz="1400" b="0" i="0" kern="1200" baseline="0" dirty="0"/>
            <a:t> </a:t>
          </a:r>
          <a:r>
            <a:rPr lang="en-US" sz="1400" b="0" i="0" kern="1200" baseline="0" dirty="0" err="1"/>
            <a:t>wykrywanie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grup</a:t>
          </a:r>
          <a:endParaRPr lang="en-US" sz="1400" kern="1200" dirty="0"/>
        </a:p>
      </dsp:txBody>
      <dsp:txXfrm>
        <a:off x="7477381" y="1870676"/>
        <a:ext cx="1452193" cy="1452193"/>
      </dsp:txXfrm>
    </dsp:sp>
    <dsp:sp modelId="{5D989B58-4180-4DDA-BBFD-507BC9629810}">
      <dsp:nvSpPr>
        <dsp:cNvPr id="0" name=""/>
        <dsp:cNvSpPr/>
      </dsp:nvSpPr>
      <dsp:spPr>
        <a:xfrm rot="14055">
          <a:off x="9270743" y="871486"/>
          <a:ext cx="301299" cy="3706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9270743" y="945432"/>
        <a:ext cx="210909" cy="222392"/>
      </dsp:txXfrm>
    </dsp:sp>
    <dsp:sp modelId="{CFBB8EA0-9A4A-4F10-9B36-104B800E5FE7}">
      <dsp:nvSpPr>
        <dsp:cNvPr id="0" name=""/>
        <dsp:cNvSpPr/>
      </dsp:nvSpPr>
      <dsp:spPr>
        <a:xfrm>
          <a:off x="9830296" y="290362"/>
          <a:ext cx="1542553" cy="1542553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4140EB-0E75-4F36-AC92-ABD70D00866B}">
      <dsp:nvSpPr>
        <dsp:cNvPr id="0" name=""/>
        <dsp:cNvSpPr/>
      </dsp:nvSpPr>
      <dsp:spPr>
        <a:xfrm>
          <a:off x="9823697" y="1825496"/>
          <a:ext cx="1542553" cy="1542553"/>
        </a:xfrm>
        <a:prstGeom prst="roundRect">
          <a:avLst>
            <a:gd name="adj" fmla="val 1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Nazewnictwo grup: </a:t>
          </a:r>
          <a:r>
            <a:rPr lang="en-US" sz="1600" b="1" i="0" kern="1200" baseline="0"/>
            <a:t>Google Gemini</a:t>
          </a:r>
          <a:endParaRPr lang="en-US" sz="1600" kern="1200"/>
        </a:p>
      </dsp:txBody>
      <dsp:txXfrm>
        <a:off x="9868877" y="1870676"/>
        <a:ext cx="1452193" cy="145219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E47155-855E-4762-8BDB-930EE95546B0}">
      <dsp:nvSpPr>
        <dsp:cNvPr id="0" name=""/>
        <dsp:cNvSpPr/>
      </dsp:nvSpPr>
      <dsp:spPr>
        <a:xfrm>
          <a:off x="315858" y="166762"/>
          <a:ext cx="1916871" cy="191687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FDF6AA-C8F8-4CAF-A215-4703B7428D1F}">
      <dsp:nvSpPr>
        <dsp:cNvPr id="0" name=""/>
        <dsp:cNvSpPr/>
      </dsp:nvSpPr>
      <dsp:spPr>
        <a:xfrm>
          <a:off x="313521" y="2190384"/>
          <a:ext cx="1916871" cy="191687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Chunkowanie notatek</a:t>
          </a:r>
          <a:endParaRPr lang="en-US" sz="1800" kern="1200"/>
        </a:p>
      </dsp:txBody>
      <dsp:txXfrm>
        <a:off x="369664" y="2246527"/>
        <a:ext cx="1804585" cy="1804585"/>
      </dsp:txXfrm>
    </dsp:sp>
    <dsp:sp modelId="{DD52D374-707B-485C-BB14-8349A2D807CA}">
      <dsp:nvSpPr>
        <dsp:cNvPr id="0" name=""/>
        <dsp:cNvSpPr/>
      </dsp:nvSpPr>
      <dsp:spPr>
        <a:xfrm>
          <a:off x="2615815" y="894899"/>
          <a:ext cx="383085" cy="4605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615815" y="987018"/>
        <a:ext cx="268160" cy="276359"/>
      </dsp:txXfrm>
    </dsp:sp>
    <dsp:sp modelId="{75DA7AA8-2D61-4C9C-8917-BF43F01F33DE}">
      <dsp:nvSpPr>
        <dsp:cNvPr id="0" name=""/>
        <dsp:cNvSpPr/>
      </dsp:nvSpPr>
      <dsp:spPr>
        <a:xfrm>
          <a:off x="3327261" y="166762"/>
          <a:ext cx="1916871" cy="191687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34433C-B446-4050-BDD8-DCF4343E72D7}">
      <dsp:nvSpPr>
        <dsp:cNvPr id="0" name=""/>
        <dsp:cNvSpPr/>
      </dsp:nvSpPr>
      <dsp:spPr>
        <a:xfrm>
          <a:off x="3285340" y="2190384"/>
          <a:ext cx="1916871" cy="1916871"/>
        </a:xfrm>
        <a:prstGeom prst="roundRect">
          <a:avLst>
            <a:gd name="adj" fmla="val 10000"/>
          </a:avLst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Baza wektorowa: </a:t>
          </a:r>
          <a:r>
            <a:rPr lang="en-US" sz="1800" b="1" i="0" kern="1200" baseline="0"/>
            <a:t>ChromaDB</a:t>
          </a:r>
          <a:endParaRPr lang="en-US" sz="1800" kern="1200"/>
        </a:p>
      </dsp:txBody>
      <dsp:txXfrm>
        <a:off x="3341483" y="2246527"/>
        <a:ext cx="1804585" cy="1804585"/>
      </dsp:txXfrm>
    </dsp:sp>
    <dsp:sp modelId="{E2641138-E15E-4DF6-9B5F-C5FFBCEAEA26}">
      <dsp:nvSpPr>
        <dsp:cNvPr id="0" name=""/>
        <dsp:cNvSpPr/>
      </dsp:nvSpPr>
      <dsp:spPr>
        <a:xfrm>
          <a:off x="5589272" y="894899"/>
          <a:ext cx="345139" cy="4605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589272" y="987018"/>
        <a:ext cx="241597" cy="276359"/>
      </dsp:txXfrm>
    </dsp:sp>
    <dsp:sp modelId="{1AD76E1E-BB6D-42F1-9443-FB451C66A167}">
      <dsp:nvSpPr>
        <dsp:cNvPr id="0" name=""/>
        <dsp:cNvSpPr/>
      </dsp:nvSpPr>
      <dsp:spPr>
        <a:xfrm>
          <a:off x="6230245" y="166762"/>
          <a:ext cx="1916871" cy="191687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056120-8C14-4805-BDD1-8BA98B2101A9}">
      <dsp:nvSpPr>
        <dsp:cNvPr id="0" name=""/>
        <dsp:cNvSpPr/>
      </dsp:nvSpPr>
      <dsp:spPr>
        <a:xfrm>
          <a:off x="6257159" y="2190384"/>
          <a:ext cx="1916871" cy="1916871"/>
        </a:xfrm>
        <a:prstGeom prst="roundRect">
          <a:avLst>
            <a:gd name="adj" fmla="val 10000"/>
          </a:avLst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Wyszukiwanie semantyczne (cosine similarity)</a:t>
          </a:r>
          <a:endParaRPr lang="en-US" sz="1800" kern="1200"/>
        </a:p>
      </dsp:txBody>
      <dsp:txXfrm>
        <a:off x="6313302" y="2246527"/>
        <a:ext cx="1804585" cy="1804585"/>
      </dsp:txXfrm>
    </dsp:sp>
    <dsp:sp modelId="{1A8D23AC-2FD1-4942-A462-50BC9663BBCD}">
      <dsp:nvSpPr>
        <dsp:cNvPr id="0" name=""/>
        <dsp:cNvSpPr/>
      </dsp:nvSpPr>
      <dsp:spPr>
        <a:xfrm>
          <a:off x="8526284" y="894899"/>
          <a:ext cx="379167" cy="4605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526284" y="987018"/>
        <a:ext cx="265417" cy="276359"/>
      </dsp:txXfrm>
    </dsp:sp>
    <dsp:sp modelId="{569776C7-0A17-49F1-89F4-04C0F63281E7}">
      <dsp:nvSpPr>
        <dsp:cNvPr id="0" name=""/>
        <dsp:cNvSpPr/>
      </dsp:nvSpPr>
      <dsp:spPr>
        <a:xfrm>
          <a:off x="9230451" y="166762"/>
          <a:ext cx="1916871" cy="191687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327DAE-D7EC-489C-B97A-206ED34E2D94}">
      <dsp:nvSpPr>
        <dsp:cNvPr id="0" name=""/>
        <dsp:cNvSpPr/>
      </dsp:nvSpPr>
      <dsp:spPr>
        <a:xfrm>
          <a:off x="9228979" y="2190384"/>
          <a:ext cx="1916871" cy="1916871"/>
        </a:xfrm>
        <a:prstGeom prst="roundRect">
          <a:avLst>
            <a:gd name="adj" fmla="val 1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RAG:</a:t>
          </a:r>
          <a:endParaRPr lang="en-US" sz="18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baseline="0"/>
            <a:t>retrieval kontekstu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baseline="0"/>
            <a:t>generowanie odpowiedzi przez LLM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baseline="0"/>
            <a:t>automatyczne cytowanie źródeł</a:t>
          </a:r>
          <a:endParaRPr lang="en-US" sz="1400" kern="1200"/>
        </a:p>
      </dsp:txBody>
      <dsp:txXfrm>
        <a:off x="9285122" y="2246527"/>
        <a:ext cx="1804585" cy="180458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3E4C83-2A72-4E52-B49B-EC477F009B2D}">
      <dsp:nvSpPr>
        <dsp:cNvPr id="0" name=""/>
        <dsp:cNvSpPr/>
      </dsp:nvSpPr>
      <dsp:spPr>
        <a:xfrm>
          <a:off x="0" y="39659"/>
          <a:ext cx="11068665" cy="7862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Testy funkcjonalne wszystkich modułów</a:t>
          </a:r>
          <a:endParaRPr lang="en-US" sz="3200" kern="1200"/>
        </a:p>
      </dsp:txBody>
      <dsp:txXfrm>
        <a:off x="38381" y="78040"/>
        <a:ext cx="10991903" cy="709478"/>
      </dsp:txXfrm>
    </dsp:sp>
    <dsp:sp modelId="{4888FE4D-770C-4E4D-8C0E-D072CABC53B6}">
      <dsp:nvSpPr>
        <dsp:cNvPr id="0" name=""/>
        <dsp:cNvSpPr/>
      </dsp:nvSpPr>
      <dsp:spPr>
        <a:xfrm>
          <a:off x="0" y="918060"/>
          <a:ext cx="11068665" cy="786240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Poprawne:</a:t>
          </a:r>
          <a:endParaRPr lang="en-US" sz="3200" kern="1200"/>
        </a:p>
      </dsp:txBody>
      <dsp:txXfrm>
        <a:off x="38381" y="956441"/>
        <a:ext cx="10991903" cy="709478"/>
      </dsp:txXfrm>
    </dsp:sp>
    <dsp:sp modelId="{8DC1D997-CF63-4C9E-B2EE-E85D2038BC9E}">
      <dsp:nvSpPr>
        <dsp:cNvPr id="0" name=""/>
        <dsp:cNvSpPr/>
      </dsp:nvSpPr>
      <dsp:spPr>
        <a:xfrm>
          <a:off x="0" y="1704300"/>
          <a:ext cx="11068665" cy="1291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1430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0" i="0" kern="1200" baseline="0" dirty="0" err="1"/>
            <a:t>grupowanie</a:t>
          </a:r>
          <a:r>
            <a:rPr lang="en-US" sz="2500" b="0" i="0" kern="1200" baseline="0" dirty="0"/>
            <a:t> </a:t>
          </a:r>
          <a:r>
            <a:rPr lang="en-US" sz="2500" b="0" i="0" kern="1200" baseline="0" dirty="0" err="1"/>
            <a:t>notatek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0" i="0" kern="1200" baseline="0"/>
            <a:t>wyszukiwanie semantyczne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0" i="0" kern="1200" baseline="0"/>
            <a:t>generowanie odpowiedzi</a:t>
          </a:r>
          <a:endParaRPr lang="en-US" sz="2500" kern="1200"/>
        </a:p>
      </dsp:txBody>
      <dsp:txXfrm>
        <a:off x="0" y="1704300"/>
        <a:ext cx="11068665" cy="1291680"/>
      </dsp:txXfrm>
    </dsp:sp>
    <dsp:sp modelId="{D8F396D7-2E4A-4906-8B32-E096FCD3A527}">
      <dsp:nvSpPr>
        <dsp:cNvPr id="0" name=""/>
        <dsp:cNvSpPr/>
      </dsp:nvSpPr>
      <dsp:spPr>
        <a:xfrm>
          <a:off x="0" y="2995980"/>
          <a:ext cx="11068665" cy="786240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Spełnienie wymagań funkcjonalnych i niefunkcjonalnych</a:t>
          </a:r>
          <a:endParaRPr lang="en-US" sz="3200" kern="1200"/>
        </a:p>
      </dsp:txBody>
      <dsp:txXfrm>
        <a:off x="38381" y="3034361"/>
        <a:ext cx="10991903" cy="709478"/>
      </dsp:txXfrm>
    </dsp:sp>
    <dsp:sp modelId="{A8F3892B-6AD6-4718-B638-B4070A7F10F3}">
      <dsp:nvSpPr>
        <dsp:cNvPr id="0" name=""/>
        <dsp:cNvSpPr/>
      </dsp:nvSpPr>
      <dsp:spPr>
        <a:xfrm>
          <a:off x="0" y="3874380"/>
          <a:ext cx="11068665" cy="78624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System działa jako </a:t>
          </a:r>
          <a:r>
            <a:rPr lang="en-US" sz="3200" b="1" i="0" kern="1200" baseline="0"/>
            <a:t>funkcjonalny prototyp</a:t>
          </a:r>
          <a:endParaRPr lang="en-US" sz="3200" kern="1200"/>
        </a:p>
      </dsp:txBody>
      <dsp:txXfrm>
        <a:off x="38381" y="3912761"/>
        <a:ext cx="10991903" cy="70947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839414-91C5-438F-80D2-1324667054C1}">
      <dsp:nvSpPr>
        <dsp:cNvPr id="0" name=""/>
        <dsp:cNvSpPr/>
      </dsp:nvSpPr>
      <dsp:spPr>
        <a:xfrm>
          <a:off x="0" y="49891"/>
          <a:ext cx="10515600" cy="81081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300" b="1" kern="1200"/>
            <a:t>Wnioski:</a:t>
          </a:r>
          <a:endParaRPr lang="en-US" sz="3300" kern="1200"/>
        </a:p>
      </dsp:txBody>
      <dsp:txXfrm>
        <a:off x="39580" y="89471"/>
        <a:ext cx="10436440" cy="731650"/>
      </dsp:txXfrm>
    </dsp:sp>
    <dsp:sp modelId="{263F0932-30DF-497A-8699-68D50A1B18B2}">
      <dsp:nvSpPr>
        <dsp:cNvPr id="0" name=""/>
        <dsp:cNvSpPr/>
      </dsp:nvSpPr>
      <dsp:spPr>
        <a:xfrm>
          <a:off x="0" y="860701"/>
          <a:ext cx="10515600" cy="12637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600" kern="1200"/>
            <a:t>NLP i LLM realnie poprawiają zarządzanie wiedzą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600" kern="1200"/>
            <a:t>Automatyzacja organizacji notatek zmniejsza obciążenie użytkownika</a:t>
          </a:r>
          <a:endParaRPr lang="en-US" sz="2600" kern="1200"/>
        </a:p>
      </dsp:txBody>
      <dsp:txXfrm>
        <a:off x="0" y="860701"/>
        <a:ext cx="10515600" cy="1263735"/>
      </dsp:txXfrm>
    </dsp:sp>
    <dsp:sp modelId="{245409D4-8881-4842-8E95-BF220B5CC4CA}">
      <dsp:nvSpPr>
        <dsp:cNvPr id="0" name=""/>
        <dsp:cNvSpPr/>
      </dsp:nvSpPr>
      <dsp:spPr>
        <a:xfrm>
          <a:off x="0" y="2124436"/>
          <a:ext cx="10515600" cy="81081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300" b="1" kern="1200"/>
            <a:t>Dalszy rozwój:</a:t>
          </a:r>
          <a:endParaRPr lang="en-US" sz="3300" kern="1200"/>
        </a:p>
      </dsp:txBody>
      <dsp:txXfrm>
        <a:off x="39580" y="2164016"/>
        <a:ext cx="10436440" cy="731650"/>
      </dsp:txXfrm>
    </dsp:sp>
    <dsp:sp modelId="{522FEC61-AEB5-45D2-B3D0-CEBF2DE1F337}">
      <dsp:nvSpPr>
        <dsp:cNvPr id="0" name=""/>
        <dsp:cNvSpPr/>
      </dsp:nvSpPr>
      <dsp:spPr>
        <a:xfrm>
          <a:off x="0" y="2935246"/>
          <a:ext cx="10515600" cy="1366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600" kern="1200" dirty="0"/>
            <a:t>Generowanie grafów wiedzy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600" kern="1200" dirty="0"/>
            <a:t>Skalowanie na duże zbiory danych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600" kern="1200"/>
            <a:t>Tryb offline / lokalne modele</a:t>
          </a:r>
          <a:endParaRPr lang="en-US" sz="2600" kern="1200"/>
        </a:p>
      </dsp:txBody>
      <dsp:txXfrm>
        <a:off x="0" y="2935246"/>
        <a:ext cx="10515600" cy="13662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6.02.2026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175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6.02.2026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738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6.02.2026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3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6.02.2026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303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6.02.2026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180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6.02.2026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479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6.02.2026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083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6.02.2026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553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6.02.2026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90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6.02.2026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450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6.02.2026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038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8AA868-8872-43E4-8C98-D34DABD1FD38}" type="datetimeFigureOut">
              <a:rPr lang="pl-PL" smtClean="0"/>
              <a:t>6.02.2026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663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722176"/>
            <a:ext cx="9144000" cy="2387600"/>
          </a:xfrm>
        </p:spPr>
        <p:txBody>
          <a:bodyPr>
            <a:normAutofit/>
          </a:bodyPr>
          <a:lstStyle/>
          <a:p>
            <a:r>
              <a:rPr lang="pl-PL" sz="4000">
                <a:ea typeface="+mj-lt"/>
                <a:cs typeface="+mj-lt"/>
              </a:rPr>
              <a:t>System notatek wykorzystujący modele językowe do semantycznego grupowania, wyszukiwania i analizy treści</a:t>
            </a:r>
            <a:endParaRPr lang="pl-PL" sz="4000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4155722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b="1">
                <a:ea typeface="+mn-lt"/>
                <a:cs typeface="+mn-lt"/>
              </a:rPr>
              <a:t>Autor:</a:t>
            </a:r>
            <a:r>
              <a:rPr lang="pl-PL">
                <a:ea typeface="+mn-lt"/>
                <a:cs typeface="+mn-lt"/>
              </a:rPr>
              <a:t> Marcin </a:t>
            </a:r>
            <a:r>
              <a:rPr lang="pl-PL" err="1">
                <a:ea typeface="+mn-lt"/>
                <a:cs typeface="+mn-lt"/>
              </a:rPr>
              <a:t>Banak</a:t>
            </a:r>
            <a:br>
              <a:rPr lang="pl-PL">
                <a:ea typeface="+mn-lt"/>
                <a:cs typeface="+mn-lt"/>
              </a:rPr>
            </a:br>
            <a:r>
              <a:rPr lang="pl-PL" b="1">
                <a:ea typeface="+mn-lt"/>
                <a:cs typeface="+mn-lt"/>
              </a:rPr>
              <a:t>Promotor:</a:t>
            </a:r>
            <a:r>
              <a:rPr lang="pl-PL">
                <a:ea typeface="+mn-lt"/>
                <a:cs typeface="+mn-lt"/>
              </a:rPr>
              <a:t> dr Paweł </a:t>
            </a:r>
            <a:r>
              <a:rPr lang="pl-PL" err="1">
                <a:ea typeface="+mn-lt"/>
                <a:cs typeface="+mn-lt"/>
              </a:rPr>
              <a:t>Rychlikowski</a:t>
            </a:r>
            <a:br>
              <a:rPr lang="pl-PL">
                <a:ea typeface="+mn-lt"/>
                <a:cs typeface="+mn-lt"/>
              </a:rPr>
            </a:br>
            <a:r>
              <a:rPr lang="pl-PL" b="1">
                <a:ea typeface="+mn-lt"/>
                <a:cs typeface="+mn-lt"/>
              </a:rPr>
              <a:t>Uczelnia:</a:t>
            </a:r>
            <a:r>
              <a:rPr lang="pl-PL">
                <a:ea typeface="+mn-lt"/>
                <a:cs typeface="+mn-lt"/>
              </a:rPr>
              <a:t> Uniwersytet Wrocławski, </a:t>
            </a:r>
            <a:r>
              <a:rPr lang="pl-PL" err="1">
                <a:ea typeface="+mn-lt"/>
                <a:cs typeface="+mn-lt"/>
              </a:rPr>
              <a:t>WMiI</a:t>
            </a:r>
            <a:endParaRPr lang="pl-PL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2A02E92-9E5C-9453-4061-773476562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>
                <a:ea typeface="+mj-lt"/>
                <a:cs typeface="+mj-lt"/>
              </a:rPr>
              <a:t>Motywacja i problem</a:t>
            </a:r>
            <a:endParaRPr lang="pl-PL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6250AE9-A2C1-E790-6E8E-A28538FC4E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8728222"/>
              </p:ext>
            </p:extLst>
          </p:nvPr>
        </p:nvGraphicFramePr>
        <p:xfrm>
          <a:off x="453513" y="1690688"/>
          <a:ext cx="11284974" cy="47128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0187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D5ED2B9-808C-EE94-9B57-7263E558E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>
                <a:ea typeface="+mj-lt"/>
                <a:cs typeface="+mj-lt"/>
              </a:rPr>
              <a:t>Cel i zakres pracy</a:t>
            </a:r>
            <a:endParaRPr lang="pl-PL"/>
          </a:p>
        </p:txBody>
      </p:sp>
      <p:graphicFrame>
        <p:nvGraphicFramePr>
          <p:cNvPr id="4" name="Symbol zastępczy zawartości 3">
            <a:extLst>
              <a:ext uri="{FF2B5EF4-FFF2-40B4-BE49-F238E27FC236}">
                <a16:creationId xmlns:a16="http://schemas.microsoft.com/office/drawing/2014/main" id="{AE875170-F3FA-818D-3DB6-36A65CF3C0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349663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7831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803EC0E-590C-E146-1571-5BC8F9081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Architektura systemu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67A63F6-6611-3338-380E-E1F06DE88A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5006510"/>
              </p:ext>
            </p:extLst>
          </p:nvPr>
        </p:nvGraphicFramePr>
        <p:xfrm>
          <a:off x="692080" y="1690688"/>
          <a:ext cx="10807840" cy="4461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2577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A2133B8-8531-47AB-0AA5-B5D5BAE14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NLP: </a:t>
            </a:r>
            <a:r>
              <a:rPr lang="en-US" dirty="0" err="1"/>
              <a:t>grupowanie</a:t>
            </a:r>
            <a:endParaRPr lang="pl-PL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9D494FA-3E37-53A5-78AD-F778C5E1E2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7334191"/>
              </p:ext>
            </p:extLst>
          </p:nvPr>
        </p:nvGraphicFramePr>
        <p:xfrm>
          <a:off x="409575" y="2028011"/>
          <a:ext cx="11372850" cy="42680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5244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A1C704-943E-3761-CF7B-7C1AA942DF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0195"/>
            <a:ext cx="12192000" cy="483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355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6D6F1BD9-E5FC-0F74-8935-C9F76652AA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4016477" cy="4016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17A4F363-0F8E-5E25-33CA-A7A8BF61F7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574A78-4A86-2AA2-6177-74F4F2122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36" y="0"/>
            <a:ext cx="112909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904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3F9991-8CC3-4614-859C-FB1C6A26F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Wyszukiwanie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RAG</a:t>
            </a:r>
            <a:endParaRPr lang="pl-PL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64C1427-8117-7531-9065-FAFF250F7E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5075159"/>
              </p:ext>
            </p:extLst>
          </p:nvPr>
        </p:nvGraphicFramePr>
        <p:xfrm>
          <a:off x="522338" y="1345358"/>
          <a:ext cx="11147323" cy="51475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9848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CA3E662-59A5-C003-C3F4-C6FFF3420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Weryfikacja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wyniki</a:t>
            </a:r>
            <a:endParaRPr lang="pl-PL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1F25E43-1F4E-C0F7-AFF9-3A8DA29D86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5171628"/>
              </p:ext>
            </p:extLst>
          </p:nvPr>
        </p:nvGraphicFramePr>
        <p:xfrm>
          <a:off x="561667" y="1690688"/>
          <a:ext cx="11068665" cy="4700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5949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08BBF3C-3E81-9B01-8692-D6802FC89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Wnioski i dalszy rozwój</a:t>
            </a:r>
            <a:endParaRPr lang="pl-PL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B22E763-C487-2D0F-D3D5-184B840E2D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879194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228977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235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Motyw pakietu Office</vt:lpstr>
      <vt:lpstr>System notatek wykorzystujący modele językowe do semantycznego grupowania, wyszukiwania i analizy treści</vt:lpstr>
      <vt:lpstr>Motywacja i problem</vt:lpstr>
      <vt:lpstr>Cel i zakres pracy</vt:lpstr>
      <vt:lpstr>Architektura systemu</vt:lpstr>
      <vt:lpstr>Pipeline NLP: grupowanie</vt:lpstr>
      <vt:lpstr>PowerPoint Presentation</vt:lpstr>
      <vt:lpstr>PowerPoint Presentation</vt:lpstr>
      <vt:lpstr>Wyszukiwanie i RAG</vt:lpstr>
      <vt:lpstr>Weryfikacja i wyniki</vt:lpstr>
      <vt:lpstr>Wnioski i dalszy rozwój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Marcin Banak (Nokia)</cp:lastModifiedBy>
  <cp:revision>6</cp:revision>
  <dcterms:created xsi:type="dcterms:W3CDTF">2026-02-06T00:11:49Z</dcterms:created>
  <dcterms:modified xsi:type="dcterms:W3CDTF">2026-02-06T02:06:34Z</dcterms:modified>
</cp:coreProperties>
</file>